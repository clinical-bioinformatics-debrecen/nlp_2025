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60" r:id="rId4"/>
    <p:sldId id="259" r:id="rId5"/>
    <p:sldId id="261" r:id="rId6"/>
    <p:sldId id="262" r:id="rId7"/>
    <p:sldId id="263" r:id="rId8"/>
    <p:sldId id="264" r:id="rId9"/>
    <p:sldId id="267" r:id="rId10"/>
    <p:sldId id="265" r:id="rId11"/>
    <p:sldId id="266" r:id="rId12"/>
    <p:sldId id="268" r:id="rId13"/>
    <p:sldId id="269" r:id="rId14"/>
    <p:sldId id="270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1" d="100"/>
          <a:sy n="91" d="100"/>
        </p:scale>
        <p:origin x="-1018" y="-5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hu-HU" smtClean="0"/>
              <a:t>Mintacím szerkesztése</a:t>
            </a:r>
            <a:endParaRPr lang="en-GB"/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u-HU" smtClean="0"/>
              <a:t>Alcím mintájának szerkesztése</a:t>
            </a:r>
            <a:endParaRPr lang="en-GB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8F881-5088-4687-AB6A-7968DC3F49CA}" type="datetimeFigureOut">
              <a:rPr lang="en-GB" smtClean="0"/>
              <a:t>30/11/2025</a:t>
            </a:fld>
            <a:endParaRPr lang="en-GB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4AF1A-B2BD-4D95-8F07-A1130BB9DC2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14970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en-GB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GB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8F881-5088-4687-AB6A-7968DC3F49CA}" type="datetimeFigureOut">
              <a:rPr lang="en-GB" smtClean="0"/>
              <a:t>30/11/2025</a:t>
            </a:fld>
            <a:endParaRPr lang="en-GB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4AF1A-B2BD-4D95-8F07-A1130BB9DC2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86516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hu-HU" smtClean="0"/>
              <a:t>Mintacím szerkesztése</a:t>
            </a:r>
            <a:endParaRPr lang="en-GB"/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8F881-5088-4687-AB6A-7968DC3F49CA}" type="datetimeFigureOut">
              <a:rPr lang="en-GB" smtClean="0"/>
              <a:t>30/11/2025</a:t>
            </a:fld>
            <a:endParaRPr lang="en-GB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4AF1A-B2BD-4D95-8F07-A1130BB9DC2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533093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en-GB"/>
          </a:p>
        </p:txBody>
      </p:sp>
      <p:sp>
        <p:nvSpPr>
          <p:cNvPr id="3" name="Tartalom helye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GB"/>
          </a:p>
        </p:txBody>
      </p:sp>
      <p:sp>
        <p:nvSpPr>
          <p:cNvPr id="4" name="Tartalom helye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GB"/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8F881-5088-4687-AB6A-7968DC3F49CA}" type="datetimeFigureOut">
              <a:rPr lang="en-GB" smtClean="0"/>
              <a:t>30/11/2025</a:t>
            </a:fld>
            <a:endParaRPr lang="en-GB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4AF1A-B2BD-4D95-8F07-A1130BB9DC2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175156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u-HU" smtClean="0"/>
              <a:t>Mintacím szerkesztése</a:t>
            </a:r>
            <a:endParaRPr lang="en-GB"/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Tartalom helye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GB"/>
          </a:p>
        </p:txBody>
      </p:sp>
      <p:sp>
        <p:nvSpPr>
          <p:cNvPr id="5" name="Szöveg hely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6" name="Tartalom helye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GB"/>
          </a:p>
        </p:txBody>
      </p:sp>
      <p:sp>
        <p:nvSpPr>
          <p:cNvPr id="7" name="Dátum hely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8F881-5088-4687-AB6A-7968DC3F49CA}" type="datetimeFigureOut">
              <a:rPr lang="en-GB" smtClean="0"/>
              <a:t>30/11/2025</a:t>
            </a:fld>
            <a:endParaRPr lang="en-GB"/>
          </a:p>
        </p:txBody>
      </p:sp>
      <p:sp>
        <p:nvSpPr>
          <p:cNvPr id="8" name="Élőláb hely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Dia számának hely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4AF1A-B2BD-4D95-8F07-A1130BB9DC2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896581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en-GB"/>
          </a:p>
        </p:txBody>
      </p:sp>
      <p:sp>
        <p:nvSpPr>
          <p:cNvPr id="3" name="Dátum hely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8F881-5088-4687-AB6A-7968DC3F49CA}" type="datetimeFigureOut">
              <a:rPr lang="en-GB" smtClean="0"/>
              <a:t>30/11/2025</a:t>
            </a:fld>
            <a:endParaRPr lang="en-GB"/>
          </a:p>
        </p:txBody>
      </p:sp>
      <p:sp>
        <p:nvSpPr>
          <p:cNvPr id="4" name="Élőláb hely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4AF1A-B2BD-4D95-8F07-A1130BB9DC2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909175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8F881-5088-4687-AB6A-7968DC3F49CA}" type="datetimeFigureOut">
              <a:rPr lang="en-GB" smtClean="0"/>
              <a:t>30/11/2025</a:t>
            </a:fld>
            <a:endParaRPr lang="en-GB"/>
          </a:p>
        </p:txBody>
      </p:sp>
      <p:sp>
        <p:nvSpPr>
          <p:cNvPr id="3" name="Élőláb hely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4AF1A-B2BD-4D95-8F07-A1130BB9DC2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779597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hu-HU" smtClean="0"/>
              <a:t>Mintacím szerkesztése</a:t>
            </a:r>
            <a:endParaRPr lang="en-GB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GB"/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8F881-5088-4687-AB6A-7968DC3F49CA}" type="datetimeFigureOut">
              <a:rPr lang="en-GB" smtClean="0"/>
              <a:t>30/11/2025</a:t>
            </a:fld>
            <a:endParaRPr lang="en-GB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4AF1A-B2BD-4D95-8F07-A1130BB9DC2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029531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hu-HU" smtClean="0"/>
              <a:t>Mintacím szerkesztése</a:t>
            </a:r>
            <a:endParaRPr lang="en-GB"/>
          </a:p>
        </p:txBody>
      </p:sp>
      <p:sp>
        <p:nvSpPr>
          <p:cNvPr id="3" name="Kép hely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8F881-5088-4687-AB6A-7968DC3F49CA}" type="datetimeFigureOut">
              <a:rPr lang="en-GB" smtClean="0"/>
              <a:t>30/11/2025</a:t>
            </a:fld>
            <a:endParaRPr lang="en-GB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4AF1A-B2BD-4D95-8F07-A1130BB9DC2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50195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en-GB"/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GB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8F881-5088-4687-AB6A-7968DC3F49CA}" type="datetimeFigureOut">
              <a:rPr lang="en-GB" smtClean="0"/>
              <a:t>30/11/2025</a:t>
            </a:fld>
            <a:endParaRPr lang="en-GB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4AF1A-B2BD-4D95-8F07-A1130BB9DC2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035436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hu-HU" smtClean="0"/>
              <a:t>Mintacím szerkesztése</a:t>
            </a:r>
            <a:endParaRPr lang="en-GB"/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GB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8F881-5088-4687-AB6A-7968DC3F49CA}" type="datetimeFigureOut">
              <a:rPr lang="en-GB" smtClean="0"/>
              <a:t>30/11/2025</a:t>
            </a:fld>
            <a:endParaRPr lang="en-GB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04AF1A-B2BD-4D95-8F07-A1130BB9DC2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10556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 smtClean="0"/>
              <a:t>Mintacím szerkesztése</a:t>
            </a:r>
            <a:endParaRPr lang="en-GB"/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GB"/>
          </a:p>
        </p:txBody>
      </p:sp>
      <p:sp>
        <p:nvSpPr>
          <p:cNvPr id="4" name="Dátum hely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E8F881-5088-4687-AB6A-7968DC3F49CA}" type="datetimeFigureOut">
              <a:rPr lang="en-GB" smtClean="0"/>
              <a:t>30/11/2025</a:t>
            </a:fld>
            <a:endParaRPr lang="en-GB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04AF1A-B2BD-4D95-8F07-A1130BB9DC2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30916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arxiv.org/abs/1706.03762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arxiv.org/abs/1810.04805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huggingface/transformers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huggingface.co/docs/transformers" TargetMode="External"/><Relationship Id="rId2" Type="http://schemas.openxmlformats.org/officeDocument/2006/relationships/hyperlink" Target="https://huggingface.co/learn/llm-course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e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dirty="0" err="1" smtClean="0"/>
              <a:t>Natural</a:t>
            </a:r>
            <a:r>
              <a:rPr lang="hu-HU" dirty="0" smtClean="0"/>
              <a:t> </a:t>
            </a:r>
            <a:r>
              <a:rPr lang="hu-HU" dirty="0" err="1" smtClean="0"/>
              <a:t>Language</a:t>
            </a:r>
            <a:r>
              <a:rPr lang="hu-HU" dirty="0" smtClean="0"/>
              <a:t> </a:t>
            </a:r>
            <a:r>
              <a:rPr lang="hu-HU" dirty="0" err="1" smtClean="0"/>
              <a:t>Processing</a:t>
            </a:r>
            <a:r>
              <a:rPr lang="hu-HU" dirty="0" smtClean="0"/>
              <a:t/>
            </a:r>
            <a:br>
              <a:rPr lang="hu-HU" dirty="0" smtClean="0"/>
            </a:br>
            <a:r>
              <a:rPr lang="hu-HU" sz="3200" i="1" dirty="0" err="1" smtClean="0"/>
              <a:t>BERT</a:t>
            </a:r>
            <a:r>
              <a:rPr lang="hu-HU" sz="3200" i="1" dirty="0" smtClean="0"/>
              <a:t> and </a:t>
            </a:r>
            <a:r>
              <a:rPr lang="hu-HU" sz="3200" i="1" dirty="0" err="1" smtClean="0"/>
              <a:t>Encoder</a:t>
            </a:r>
            <a:r>
              <a:rPr lang="hu-HU" sz="3200" i="1" dirty="0" smtClean="0"/>
              <a:t> </a:t>
            </a:r>
            <a:r>
              <a:rPr lang="hu-HU" sz="3200" i="1" dirty="0" err="1" smtClean="0"/>
              <a:t>Transformers</a:t>
            </a:r>
            <a:endParaRPr lang="en-GB" dirty="0"/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hu-HU" dirty="0" smtClean="0"/>
              <a:t>Pethő Gergely</a:t>
            </a:r>
          </a:p>
          <a:p>
            <a:r>
              <a:rPr lang="hu-HU" dirty="0" smtClean="0"/>
              <a:t>December 2, </a:t>
            </a:r>
            <a:r>
              <a:rPr lang="hu-HU" dirty="0" smtClean="0"/>
              <a:t>2025</a:t>
            </a:r>
          </a:p>
          <a:p>
            <a:r>
              <a:rPr lang="hu-HU" dirty="0" err="1" smtClean="0"/>
              <a:t>UD</a:t>
            </a:r>
            <a:r>
              <a:rPr lang="hu-HU" dirty="0" smtClean="0"/>
              <a:t> </a:t>
            </a:r>
            <a:r>
              <a:rPr lang="hu-HU" dirty="0" err="1" smtClean="0"/>
              <a:t>Faculty</a:t>
            </a:r>
            <a:r>
              <a:rPr lang="hu-HU" dirty="0" smtClean="0"/>
              <a:t> of Health Science,</a:t>
            </a:r>
          </a:p>
          <a:p>
            <a:r>
              <a:rPr lang="hu-HU" dirty="0" err="1" smtClean="0"/>
              <a:t>Department</a:t>
            </a:r>
            <a:r>
              <a:rPr lang="hu-HU" dirty="0" smtClean="0"/>
              <a:t> of </a:t>
            </a:r>
            <a:r>
              <a:rPr lang="hu-HU" dirty="0" err="1" smtClean="0"/>
              <a:t>Bioinformatics</a:t>
            </a:r>
            <a:endParaRPr lang="en-GB" dirty="0" smtClean="0"/>
          </a:p>
        </p:txBody>
      </p:sp>
    </p:spTree>
    <p:extLst>
      <p:ext uri="{BB962C8B-B14F-4D97-AF65-F5344CB8AC3E}">
        <p14:creationId xmlns:p14="http://schemas.microsoft.com/office/powerpoint/2010/main" val="27785928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 smtClean="0"/>
              <a:t>Transformer</a:t>
            </a:r>
            <a:endParaRPr lang="en-GB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hu-HU" dirty="0" smtClean="0"/>
              <a:t>The </a:t>
            </a:r>
            <a:r>
              <a:rPr lang="hu-HU" dirty="0" err="1" smtClean="0"/>
              <a:t>transformer</a:t>
            </a:r>
            <a:r>
              <a:rPr lang="hu-HU" dirty="0" smtClean="0"/>
              <a:t> is a </a:t>
            </a:r>
            <a:r>
              <a:rPr lang="hu-HU" dirty="0" err="1" smtClean="0"/>
              <a:t>type</a:t>
            </a:r>
            <a:r>
              <a:rPr lang="hu-HU" dirty="0" smtClean="0"/>
              <a:t> of </a:t>
            </a:r>
            <a:r>
              <a:rPr lang="hu-HU" b="1" dirty="0" err="1" smtClean="0"/>
              <a:t>deep</a:t>
            </a:r>
            <a:r>
              <a:rPr lang="hu-HU" b="1" dirty="0" smtClean="0"/>
              <a:t> </a:t>
            </a:r>
            <a:r>
              <a:rPr lang="hu-HU" b="1" dirty="0" err="1" smtClean="0"/>
              <a:t>neural</a:t>
            </a:r>
            <a:r>
              <a:rPr lang="hu-HU" b="1" dirty="0" smtClean="0"/>
              <a:t> </a:t>
            </a:r>
            <a:r>
              <a:rPr lang="hu-HU" b="1" dirty="0" err="1" smtClean="0"/>
              <a:t>network</a:t>
            </a:r>
            <a:r>
              <a:rPr lang="hu-HU" b="1" dirty="0" smtClean="0"/>
              <a:t> </a:t>
            </a:r>
            <a:r>
              <a:rPr lang="hu-HU" dirty="0" err="1" smtClean="0"/>
              <a:t>that</a:t>
            </a:r>
            <a:r>
              <a:rPr lang="hu-HU" dirty="0" smtClean="0"/>
              <a:t> </a:t>
            </a:r>
            <a:r>
              <a:rPr lang="hu-HU" dirty="0" err="1" smtClean="0"/>
              <a:t>was</a:t>
            </a:r>
            <a:r>
              <a:rPr lang="hu-HU" dirty="0" smtClean="0"/>
              <a:t> </a:t>
            </a:r>
            <a:r>
              <a:rPr lang="hu-HU" dirty="0" err="1" smtClean="0"/>
              <a:t>invented</a:t>
            </a:r>
            <a:r>
              <a:rPr lang="hu-HU" dirty="0" smtClean="0"/>
              <a:t> </a:t>
            </a:r>
            <a:r>
              <a:rPr lang="hu-HU" dirty="0" err="1" smtClean="0"/>
              <a:t>in</a:t>
            </a:r>
            <a:r>
              <a:rPr lang="hu-HU" dirty="0" smtClean="0"/>
              <a:t> 2017.</a:t>
            </a:r>
          </a:p>
          <a:p>
            <a:pPr lvl="1"/>
            <a:r>
              <a:rPr lang="hu-HU" dirty="0" smtClean="0"/>
              <a:t>I</a:t>
            </a:r>
            <a:r>
              <a:rPr lang="en-GB" dirty="0" err="1" smtClean="0"/>
              <a:t>ntroduced</a:t>
            </a:r>
            <a:r>
              <a:rPr lang="en-GB" dirty="0" smtClean="0"/>
              <a:t> by </a:t>
            </a:r>
            <a:r>
              <a:rPr lang="en-GB" dirty="0" err="1" smtClean="0"/>
              <a:t>Vaswani</a:t>
            </a:r>
            <a:r>
              <a:rPr lang="en-GB" dirty="0" smtClean="0"/>
              <a:t> et al. in </a:t>
            </a:r>
            <a:r>
              <a:rPr lang="hu-HU" dirty="0" smtClean="0"/>
              <a:t>a </a:t>
            </a:r>
            <a:r>
              <a:rPr lang="hu-HU" dirty="0" err="1" smtClean="0"/>
              <a:t>paper</a:t>
            </a:r>
            <a:r>
              <a:rPr lang="hu-HU" dirty="0" smtClean="0"/>
              <a:t> </a:t>
            </a:r>
            <a:r>
              <a:rPr lang="en-GB" dirty="0" smtClean="0"/>
              <a:t>titled </a:t>
            </a:r>
            <a:r>
              <a:rPr lang="hu-HU" i="1" dirty="0" err="1" smtClean="0">
                <a:hlinkClick r:id="rId2"/>
              </a:rPr>
              <a:t>Attention</a:t>
            </a:r>
            <a:r>
              <a:rPr lang="hu-HU" i="1" dirty="0" smtClean="0">
                <a:hlinkClick r:id="rId2"/>
              </a:rPr>
              <a:t> is </a:t>
            </a:r>
            <a:r>
              <a:rPr lang="hu-HU" i="1" dirty="0" err="1" smtClean="0">
                <a:hlinkClick r:id="rId2"/>
              </a:rPr>
              <a:t>All</a:t>
            </a:r>
            <a:r>
              <a:rPr lang="hu-HU" i="1" dirty="0" smtClean="0">
                <a:hlinkClick r:id="rId2"/>
              </a:rPr>
              <a:t> </a:t>
            </a:r>
            <a:r>
              <a:rPr lang="hu-HU" i="1" dirty="0" err="1" smtClean="0">
                <a:hlinkClick r:id="rId2"/>
              </a:rPr>
              <a:t>You</a:t>
            </a:r>
            <a:r>
              <a:rPr lang="hu-HU" i="1" dirty="0" smtClean="0">
                <a:hlinkClick r:id="rId2"/>
              </a:rPr>
              <a:t> </a:t>
            </a:r>
            <a:r>
              <a:rPr lang="hu-HU" i="1" dirty="0" err="1" smtClean="0">
                <a:hlinkClick r:id="rId2"/>
              </a:rPr>
              <a:t>Need</a:t>
            </a:r>
            <a:r>
              <a:rPr lang="en-GB" dirty="0" smtClean="0"/>
              <a:t>.</a:t>
            </a:r>
            <a:endParaRPr lang="hu-HU" dirty="0" smtClean="0"/>
          </a:p>
          <a:p>
            <a:pPr lvl="1"/>
            <a:r>
              <a:rPr lang="hu-HU" dirty="0" err="1" smtClean="0"/>
              <a:t>Became</a:t>
            </a:r>
            <a:r>
              <a:rPr lang="hu-HU" dirty="0" smtClean="0"/>
              <a:t> </a:t>
            </a:r>
            <a:r>
              <a:rPr lang="hu-HU" dirty="0" err="1" smtClean="0"/>
              <a:t>by</a:t>
            </a:r>
            <a:r>
              <a:rPr lang="hu-HU" dirty="0" smtClean="0"/>
              <a:t> 2020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dominant</a:t>
            </a:r>
            <a:r>
              <a:rPr lang="hu-HU" dirty="0" smtClean="0"/>
              <a:t> </a:t>
            </a:r>
            <a:r>
              <a:rPr lang="hu-HU" dirty="0" err="1" smtClean="0"/>
              <a:t>machine</a:t>
            </a:r>
            <a:r>
              <a:rPr lang="hu-HU" dirty="0" smtClean="0"/>
              <a:t> </a:t>
            </a:r>
            <a:r>
              <a:rPr lang="hu-HU" dirty="0" err="1" smtClean="0"/>
              <a:t>learning</a:t>
            </a:r>
            <a:r>
              <a:rPr lang="hu-HU" dirty="0" smtClean="0"/>
              <a:t> </a:t>
            </a:r>
            <a:r>
              <a:rPr lang="hu-HU" dirty="0" err="1" smtClean="0"/>
              <a:t>tool</a:t>
            </a:r>
            <a:r>
              <a:rPr lang="hu-HU" dirty="0" smtClean="0"/>
              <a:t> </a:t>
            </a:r>
            <a:r>
              <a:rPr lang="hu-HU" dirty="0" err="1" smtClean="0"/>
              <a:t>in</a:t>
            </a:r>
            <a:r>
              <a:rPr lang="hu-HU" dirty="0" smtClean="0"/>
              <a:t> </a:t>
            </a:r>
            <a:r>
              <a:rPr lang="hu-HU" dirty="0" err="1" smtClean="0"/>
              <a:t>NLP</a:t>
            </a:r>
            <a:r>
              <a:rPr lang="hu-HU" dirty="0" smtClean="0"/>
              <a:t>.</a:t>
            </a:r>
          </a:p>
          <a:p>
            <a:pPr lvl="1"/>
            <a:r>
              <a:rPr lang="hu-HU" dirty="0" err="1" smtClean="0"/>
              <a:t>Can</a:t>
            </a:r>
            <a:r>
              <a:rPr lang="hu-HU" dirty="0" smtClean="0"/>
              <a:t> be </a:t>
            </a:r>
            <a:r>
              <a:rPr lang="hu-HU" dirty="0" err="1" smtClean="0"/>
              <a:t>used</a:t>
            </a:r>
            <a:r>
              <a:rPr lang="hu-HU" dirty="0" smtClean="0"/>
              <a:t> </a:t>
            </a:r>
            <a:r>
              <a:rPr lang="hu-HU" dirty="0" err="1" smtClean="0"/>
              <a:t>both</a:t>
            </a:r>
            <a:r>
              <a:rPr lang="hu-HU" dirty="0" smtClean="0"/>
              <a:t> </a:t>
            </a:r>
            <a:r>
              <a:rPr lang="hu-HU" dirty="0" err="1" smtClean="0"/>
              <a:t>in</a:t>
            </a:r>
            <a:r>
              <a:rPr lang="hu-HU" dirty="0" smtClean="0"/>
              <a:t> </a:t>
            </a:r>
            <a:r>
              <a:rPr lang="hu-HU" b="1" dirty="0" err="1" smtClean="0"/>
              <a:t>encoder</a:t>
            </a:r>
            <a:r>
              <a:rPr lang="hu-HU" dirty="0" smtClean="0"/>
              <a:t> and </a:t>
            </a:r>
            <a:r>
              <a:rPr lang="hu-HU" b="1" dirty="0" err="1" smtClean="0"/>
              <a:t>generator</a:t>
            </a:r>
            <a:r>
              <a:rPr lang="hu-HU" b="1" dirty="0" smtClean="0"/>
              <a:t> </a:t>
            </a:r>
            <a:r>
              <a:rPr lang="hu-HU" dirty="0" err="1" smtClean="0"/>
              <a:t>neural</a:t>
            </a:r>
            <a:r>
              <a:rPr lang="hu-HU" dirty="0" smtClean="0"/>
              <a:t> </a:t>
            </a:r>
            <a:r>
              <a:rPr lang="hu-HU" dirty="0" err="1" smtClean="0"/>
              <a:t>networks</a:t>
            </a:r>
            <a:endParaRPr lang="hu-HU" dirty="0"/>
          </a:p>
          <a:p>
            <a:pPr lvl="2"/>
            <a:r>
              <a:rPr lang="hu-HU" dirty="0" err="1" smtClean="0"/>
              <a:t>encoder</a:t>
            </a:r>
            <a:r>
              <a:rPr lang="hu-HU" dirty="0" smtClean="0"/>
              <a:t>: </a:t>
            </a:r>
            <a:r>
              <a:rPr lang="hu-HU" dirty="0" err="1" smtClean="0"/>
              <a:t>calculates</a:t>
            </a:r>
            <a:r>
              <a:rPr lang="hu-HU" dirty="0" smtClean="0"/>
              <a:t> a </a:t>
            </a:r>
            <a:r>
              <a:rPr lang="hu-HU" dirty="0" err="1" smtClean="0"/>
              <a:t>vector</a:t>
            </a:r>
            <a:r>
              <a:rPr lang="hu-HU" dirty="0" smtClean="0"/>
              <a:t> (</a:t>
            </a:r>
            <a:r>
              <a:rPr lang="hu-HU" dirty="0" err="1" smtClean="0"/>
              <a:t>or</a:t>
            </a:r>
            <a:r>
              <a:rPr lang="hu-HU" dirty="0" smtClean="0"/>
              <a:t> </a:t>
            </a:r>
            <a:r>
              <a:rPr lang="hu-HU" dirty="0" err="1" smtClean="0"/>
              <a:t>matrix</a:t>
            </a:r>
            <a:r>
              <a:rPr lang="hu-HU" dirty="0" smtClean="0"/>
              <a:t>) </a:t>
            </a:r>
            <a:r>
              <a:rPr lang="hu-HU" dirty="0" err="1" smtClean="0"/>
              <a:t>representation</a:t>
            </a:r>
            <a:r>
              <a:rPr lang="hu-HU" dirty="0" smtClean="0"/>
              <a:t> </a:t>
            </a:r>
            <a:r>
              <a:rPr lang="hu-HU" dirty="0" err="1" smtClean="0"/>
              <a:t>based</a:t>
            </a:r>
            <a:r>
              <a:rPr lang="hu-HU" dirty="0" smtClean="0"/>
              <a:t> </a:t>
            </a:r>
            <a:r>
              <a:rPr lang="hu-HU" dirty="0" err="1" smtClean="0"/>
              <a:t>on</a:t>
            </a:r>
            <a:r>
              <a:rPr lang="hu-HU" dirty="0" smtClean="0"/>
              <a:t> an input </a:t>
            </a:r>
            <a:r>
              <a:rPr lang="hu-HU" dirty="0" err="1" smtClean="0"/>
              <a:t>sequence</a:t>
            </a:r>
            <a:r>
              <a:rPr lang="hu-HU" dirty="0" smtClean="0"/>
              <a:t>, </a:t>
            </a:r>
            <a:r>
              <a:rPr lang="hu-HU" dirty="0" err="1" smtClean="0"/>
              <a:t>primarily</a:t>
            </a:r>
            <a:r>
              <a:rPr lang="hu-HU" dirty="0" smtClean="0"/>
              <a:t> a text </a:t>
            </a:r>
            <a:r>
              <a:rPr lang="hu-HU" dirty="0" err="1" smtClean="0"/>
              <a:t>or</a:t>
            </a:r>
            <a:r>
              <a:rPr lang="hu-HU" dirty="0" smtClean="0"/>
              <a:t> an image</a:t>
            </a:r>
          </a:p>
          <a:p>
            <a:pPr lvl="2"/>
            <a:r>
              <a:rPr lang="hu-HU" dirty="0" err="1" smtClean="0"/>
              <a:t>generator</a:t>
            </a:r>
            <a:r>
              <a:rPr lang="hu-HU" dirty="0" smtClean="0"/>
              <a:t>: </a:t>
            </a:r>
            <a:r>
              <a:rPr lang="hu-HU" dirty="0" err="1" smtClean="0"/>
              <a:t>generates</a:t>
            </a:r>
            <a:r>
              <a:rPr lang="hu-HU" dirty="0" smtClean="0"/>
              <a:t> a text (</a:t>
            </a:r>
            <a:r>
              <a:rPr lang="hu-HU" dirty="0" err="1" smtClean="0"/>
              <a:t>generative</a:t>
            </a:r>
            <a:r>
              <a:rPr lang="hu-HU" dirty="0" smtClean="0"/>
              <a:t> </a:t>
            </a:r>
            <a:r>
              <a:rPr lang="hu-HU" dirty="0" err="1" smtClean="0"/>
              <a:t>language</a:t>
            </a:r>
            <a:r>
              <a:rPr lang="hu-HU" dirty="0" smtClean="0"/>
              <a:t> </a:t>
            </a:r>
            <a:r>
              <a:rPr lang="hu-HU" dirty="0" err="1" smtClean="0"/>
              <a:t>model</a:t>
            </a:r>
            <a:r>
              <a:rPr lang="hu-HU" dirty="0" smtClean="0"/>
              <a:t>)</a:t>
            </a:r>
          </a:p>
          <a:p>
            <a:pPr lvl="2"/>
            <a:r>
              <a:rPr lang="hu-HU" dirty="0" err="1" smtClean="0"/>
              <a:t>encoder-decoder</a:t>
            </a:r>
            <a:r>
              <a:rPr lang="hu-HU" dirty="0" smtClean="0"/>
              <a:t>: </a:t>
            </a:r>
            <a:r>
              <a:rPr lang="hu-HU" dirty="0" err="1" smtClean="0"/>
              <a:t>combines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two</a:t>
            </a:r>
            <a:r>
              <a:rPr lang="hu-HU" dirty="0" smtClean="0"/>
              <a:t>, </a:t>
            </a:r>
            <a:r>
              <a:rPr lang="hu-HU" dirty="0" err="1" smtClean="0"/>
              <a:t>transforms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input </a:t>
            </a:r>
            <a:r>
              <a:rPr lang="hu-HU" dirty="0" err="1" smtClean="0"/>
              <a:t>into</a:t>
            </a:r>
            <a:r>
              <a:rPr lang="hu-HU" dirty="0" smtClean="0"/>
              <a:t> a </a:t>
            </a:r>
            <a:r>
              <a:rPr lang="hu-HU" dirty="0" err="1" smtClean="0"/>
              <a:t>matrix</a:t>
            </a:r>
            <a:r>
              <a:rPr lang="hu-HU" dirty="0" smtClean="0"/>
              <a:t> </a:t>
            </a:r>
            <a:r>
              <a:rPr lang="hu-HU" dirty="0" err="1" smtClean="0"/>
              <a:t>representation</a:t>
            </a:r>
            <a:r>
              <a:rPr lang="hu-HU" dirty="0" smtClean="0"/>
              <a:t>, </a:t>
            </a:r>
            <a:r>
              <a:rPr lang="hu-HU" dirty="0" err="1" smtClean="0"/>
              <a:t>then</a:t>
            </a:r>
            <a:r>
              <a:rPr lang="hu-HU" dirty="0" smtClean="0"/>
              <a:t> </a:t>
            </a:r>
            <a:r>
              <a:rPr lang="hu-HU" dirty="0" err="1" smtClean="0"/>
              <a:t>decodes</a:t>
            </a:r>
            <a:r>
              <a:rPr lang="hu-HU" dirty="0" smtClean="0"/>
              <a:t> </a:t>
            </a:r>
            <a:r>
              <a:rPr lang="hu-HU" dirty="0" err="1" smtClean="0"/>
              <a:t>this</a:t>
            </a:r>
            <a:r>
              <a:rPr lang="hu-HU" dirty="0" smtClean="0"/>
              <a:t> </a:t>
            </a:r>
            <a:r>
              <a:rPr lang="hu-HU" dirty="0" err="1" smtClean="0"/>
              <a:t>into</a:t>
            </a:r>
            <a:r>
              <a:rPr lang="hu-HU" dirty="0" smtClean="0"/>
              <a:t> </a:t>
            </a:r>
            <a:r>
              <a:rPr lang="hu-HU" dirty="0" err="1" smtClean="0"/>
              <a:t>a</a:t>
            </a:r>
            <a:r>
              <a:rPr lang="hu-HU" dirty="0" smtClean="0"/>
              <a:t> text, </a:t>
            </a:r>
            <a:r>
              <a:rPr lang="hu-HU" dirty="0" err="1" smtClean="0"/>
              <a:t>typically</a:t>
            </a:r>
            <a:r>
              <a:rPr lang="hu-HU" dirty="0" smtClean="0"/>
              <a:t> </a:t>
            </a:r>
            <a:r>
              <a:rPr lang="hu-HU" dirty="0" err="1" smtClean="0"/>
              <a:t>for</a:t>
            </a:r>
            <a:r>
              <a:rPr lang="hu-HU" dirty="0" smtClean="0"/>
              <a:t> </a:t>
            </a:r>
            <a:r>
              <a:rPr lang="hu-HU" dirty="0" err="1" smtClean="0"/>
              <a:t>machine</a:t>
            </a:r>
            <a:r>
              <a:rPr lang="hu-HU" dirty="0" smtClean="0"/>
              <a:t> </a:t>
            </a:r>
            <a:r>
              <a:rPr lang="hu-HU" dirty="0" err="1" smtClean="0"/>
              <a:t>translation</a:t>
            </a:r>
            <a:endParaRPr lang="hu-HU" dirty="0" smtClean="0"/>
          </a:p>
          <a:p>
            <a:pPr lvl="1"/>
            <a:r>
              <a:rPr lang="hu-HU" b="1" dirty="0" smtClean="0"/>
              <a:t>Input </a:t>
            </a:r>
            <a:r>
              <a:rPr lang="hu-HU" dirty="0" smtClean="0"/>
              <a:t>is </a:t>
            </a:r>
            <a:r>
              <a:rPr lang="hu-HU" dirty="0" err="1" smtClean="0"/>
              <a:t>always</a:t>
            </a:r>
            <a:r>
              <a:rPr lang="hu-HU" dirty="0" smtClean="0"/>
              <a:t> a </a:t>
            </a:r>
            <a:r>
              <a:rPr lang="hu-HU" b="1" dirty="0" err="1" smtClean="0"/>
              <a:t>matrix</a:t>
            </a:r>
            <a:r>
              <a:rPr lang="hu-HU" b="1" dirty="0" smtClean="0"/>
              <a:t> </a:t>
            </a:r>
            <a:r>
              <a:rPr lang="hu-HU" dirty="0" err="1" smtClean="0"/>
              <a:t>that</a:t>
            </a:r>
            <a:r>
              <a:rPr lang="hu-HU" dirty="0" smtClean="0"/>
              <a:t> </a:t>
            </a:r>
            <a:r>
              <a:rPr lang="hu-HU" dirty="0" err="1" smtClean="0"/>
              <a:t>consists</a:t>
            </a:r>
            <a:r>
              <a:rPr lang="hu-HU" dirty="0" smtClean="0"/>
              <a:t> of </a:t>
            </a:r>
            <a:r>
              <a:rPr lang="hu-HU" i="1" dirty="0" smtClean="0"/>
              <a:t>n </a:t>
            </a:r>
            <a:r>
              <a:rPr lang="hu-HU" dirty="0" err="1" smtClean="0"/>
              <a:t>vectors</a:t>
            </a:r>
            <a:r>
              <a:rPr lang="hu-HU" dirty="0" smtClean="0"/>
              <a:t>, </a:t>
            </a:r>
            <a:r>
              <a:rPr lang="hu-HU" dirty="0" err="1" smtClean="0"/>
              <a:t>each</a:t>
            </a:r>
            <a:r>
              <a:rPr lang="hu-HU" dirty="0" smtClean="0"/>
              <a:t> </a:t>
            </a:r>
            <a:r>
              <a:rPr lang="hu-HU" i="1" dirty="0" err="1" smtClean="0"/>
              <a:t>k</a:t>
            </a:r>
            <a:r>
              <a:rPr lang="hu-HU" dirty="0" err="1" smtClean="0"/>
              <a:t>-dimensional</a:t>
            </a:r>
            <a:r>
              <a:rPr lang="hu-HU" dirty="0" smtClean="0"/>
              <a:t> </a:t>
            </a:r>
            <a:endParaRPr lang="hu-HU" dirty="0"/>
          </a:p>
          <a:p>
            <a:pPr lvl="2"/>
            <a:r>
              <a:rPr lang="hu-HU" i="1" dirty="0" smtClean="0"/>
              <a:t>k </a:t>
            </a:r>
            <a:r>
              <a:rPr lang="hu-HU" dirty="0" smtClean="0"/>
              <a:t>is a </a:t>
            </a:r>
            <a:r>
              <a:rPr lang="hu-HU" dirty="0" err="1" smtClean="0"/>
              <a:t>specific</a:t>
            </a:r>
            <a:r>
              <a:rPr lang="hu-HU" dirty="0" smtClean="0"/>
              <a:t> </a:t>
            </a:r>
            <a:r>
              <a:rPr lang="hu-HU" dirty="0" err="1" smtClean="0"/>
              <a:t>number</a:t>
            </a:r>
            <a:r>
              <a:rPr lang="hu-HU" dirty="0" smtClean="0"/>
              <a:t>, </a:t>
            </a:r>
            <a:r>
              <a:rPr lang="hu-HU" dirty="0" err="1" smtClean="0"/>
              <a:t>a</a:t>
            </a:r>
            <a:r>
              <a:rPr lang="hu-HU" dirty="0" smtClean="0"/>
              <a:t> </a:t>
            </a:r>
            <a:r>
              <a:rPr lang="hu-HU" dirty="0" err="1" smtClean="0"/>
              <a:t>property</a:t>
            </a:r>
            <a:r>
              <a:rPr lang="hu-HU" dirty="0" smtClean="0"/>
              <a:t> of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neural</a:t>
            </a:r>
            <a:r>
              <a:rPr lang="hu-HU" dirty="0" smtClean="0"/>
              <a:t> </a:t>
            </a:r>
            <a:r>
              <a:rPr lang="hu-HU" dirty="0" err="1" smtClean="0"/>
              <a:t>network</a:t>
            </a:r>
            <a:r>
              <a:rPr lang="hu-HU" dirty="0" smtClean="0"/>
              <a:t>, </a:t>
            </a:r>
            <a:r>
              <a:rPr lang="hu-HU" dirty="0" err="1" smtClean="0"/>
              <a:t>typically</a:t>
            </a:r>
            <a:r>
              <a:rPr lang="hu-HU" dirty="0" smtClean="0"/>
              <a:t> </a:t>
            </a:r>
            <a:r>
              <a:rPr lang="hu-HU" dirty="0" err="1" smtClean="0"/>
              <a:t>roughly</a:t>
            </a:r>
            <a:r>
              <a:rPr lang="hu-HU" dirty="0" smtClean="0"/>
              <a:t> 1,000</a:t>
            </a:r>
          </a:p>
          <a:p>
            <a:pPr lvl="2"/>
            <a:r>
              <a:rPr lang="hu-HU" i="1" dirty="0" smtClean="0"/>
              <a:t>n </a:t>
            </a:r>
            <a:r>
              <a:rPr lang="hu-HU" dirty="0" smtClean="0"/>
              <a:t>is </a:t>
            </a:r>
            <a:r>
              <a:rPr lang="hu-HU" dirty="0" err="1" smtClean="0"/>
              <a:t>the</a:t>
            </a:r>
            <a:r>
              <a:rPr lang="hu-HU" dirty="0" smtClean="0"/>
              <a:t> input </a:t>
            </a:r>
            <a:r>
              <a:rPr lang="hu-HU" dirty="0" err="1" smtClean="0"/>
              <a:t>sequence</a:t>
            </a:r>
            <a:r>
              <a:rPr lang="hu-HU" dirty="0" smtClean="0"/>
              <a:t> </a:t>
            </a:r>
            <a:r>
              <a:rPr lang="hu-HU" dirty="0" err="1" smtClean="0"/>
              <a:t>length</a:t>
            </a:r>
            <a:r>
              <a:rPr lang="hu-HU" dirty="0" smtClean="0"/>
              <a:t>, </a:t>
            </a:r>
            <a:r>
              <a:rPr lang="hu-HU" dirty="0" err="1" smtClean="0"/>
              <a:t>usually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number</a:t>
            </a:r>
            <a:r>
              <a:rPr lang="hu-HU" dirty="0" smtClean="0"/>
              <a:t> of </a:t>
            </a:r>
            <a:r>
              <a:rPr lang="hu-HU" dirty="0" err="1" smtClean="0"/>
              <a:t>subword</a:t>
            </a:r>
            <a:r>
              <a:rPr lang="hu-HU" dirty="0" smtClean="0"/>
              <a:t> </a:t>
            </a:r>
            <a:r>
              <a:rPr lang="hu-HU" dirty="0" err="1" smtClean="0"/>
              <a:t>tokens</a:t>
            </a:r>
            <a:r>
              <a:rPr lang="hu-HU" dirty="0" smtClean="0"/>
              <a:t> </a:t>
            </a:r>
            <a:r>
              <a:rPr lang="hu-HU" dirty="0" err="1" smtClean="0"/>
              <a:t>passed</a:t>
            </a:r>
            <a:r>
              <a:rPr lang="hu-HU" dirty="0" smtClean="0"/>
              <a:t> </a:t>
            </a:r>
            <a:r>
              <a:rPr lang="hu-HU" dirty="0" err="1" smtClean="0"/>
              <a:t>to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network</a:t>
            </a:r>
            <a:endParaRPr lang="hu-HU" dirty="0" smtClean="0"/>
          </a:p>
          <a:p>
            <a:pPr lvl="3"/>
            <a:r>
              <a:rPr lang="hu-HU" dirty="0" err="1" smtClean="0"/>
              <a:t>encoder</a:t>
            </a:r>
            <a:r>
              <a:rPr lang="hu-HU" dirty="0"/>
              <a:t> </a:t>
            </a:r>
            <a:r>
              <a:rPr lang="hu-HU" dirty="0" smtClean="0"/>
              <a:t>and </a:t>
            </a:r>
            <a:r>
              <a:rPr lang="hu-HU" dirty="0" err="1" smtClean="0"/>
              <a:t>encoder-decoder</a:t>
            </a:r>
            <a:r>
              <a:rPr lang="hu-HU" dirty="0" smtClean="0"/>
              <a:t>: </a:t>
            </a:r>
            <a:r>
              <a:rPr lang="hu-HU" dirty="0" err="1" smtClean="0"/>
              <a:t>tokens</a:t>
            </a:r>
            <a:r>
              <a:rPr lang="hu-HU" dirty="0" smtClean="0"/>
              <a:t> of </a:t>
            </a:r>
            <a:r>
              <a:rPr lang="hu-HU" dirty="0" err="1" smtClean="0"/>
              <a:t>the</a:t>
            </a:r>
            <a:r>
              <a:rPr lang="hu-HU" dirty="0" smtClean="0"/>
              <a:t> text </a:t>
            </a:r>
            <a:r>
              <a:rPr lang="hu-HU" dirty="0" err="1" smtClean="0"/>
              <a:t>to</a:t>
            </a:r>
            <a:r>
              <a:rPr lang="hu-HU" dirty="0" smtClean="0"/>
              <a:t> be </a:t>
            </a:r>
            <a:r>
              <a:rPr lang="hu-HU" dirty="0" err="1" smtClean="0"/>
              <a:t>encoded</a:t>
            </a:r>
            <a:r>
              <a:rPr lang="hu-HU" dirty="0" smtClean="0"/>
              <a:t> </a:t>
            </a:r>
            <a:r>
              <a:rPr lang="hu-HU" dirty="0" err="1" smtClean="0"/>
              <a:t>or</a:t>
            </a:r>
            <a:r>
              <a:rPr lang="hu-HU" dirty="0" smtClean="0"/>
              <a:t> </a:t>
            </a:r>
            <a:r>
              <a:rPr lang="hu-HU" dirty="0" err="1" smtClean="0"/>
              <a:t>translated</a:t>
            </a:r>
            <a:endParaRPr lang="hu-HU" dirty="0" smtClean="0"/>
          </a:p>
          <a:p>
            <a:pPr lvl="3"/>
            <a:r>
              <a:rPr lang="hu-HU" dirty="0" err="1" smtClean="0"/>
              <a:t>generator</a:t>
            </a:r>
            <a:r>
              <a:rPr lang="hu-HU" dirty="0" smtClean="0"/>
              <a:t>: </a:t>
            </a:r>
            <a:r>
              <a:rPr lang="hu-HU" dirty="0" err="1" smtClean="0"/>
              <a:t>user-supplied</a:t>
            </a:r>
            <a:r>
              <a:rPr lang="hu-HU" dirty="0" smtClean="0"/>
              <a:t> text, i.e. prompt, </a:t>
            </a:r>
            <a:r>
              <a:rPr lang="hu-HU" dirty="0" err="1" smtClean="0"/>
              <a:t>followed</a:t>
            </a:r>
            <a:r>
              <a:rPr lang="hu-HU" dirty="0" smtClean="0"/>
              <a:t> </a:t>
            </a:r>
            <a:r>
              <a:rPr lang="hu-HU" dirty="0" err="1" smtClean="0"/>
              <a:t>by</a:t>
            </a:r>
            <a:r>
              <a:rPr lang="hu-HU" dirty="0" smtClean="0"/>
              <a:t> </a:t>
            </a:r>
            <a:r>
              <a:rPr lang="hu-HU" dirty="0" err="1" smtClean="0"/>
              <a:t>tokens</a:t>
            </a:r>
            <a:r>
              <a:rPr lang="hu-HU" dirty="0" smtClean="0"/>
              <a:t> </a:t>
            </a:r>
            <a:r>
              <a:rPr lang="hu-HU" dirty="0" err="1" smtClean="0"/>
              <a:t>generated</a:t>
            </a:r>
            <a:r>
              <a:rPr lang="hu-HU" dirty="0" smtClean="0"/>
              <a:t> </a:t>
            </a:r>
            <a:r>
              <a:rPr lang="hu-HU" dirty="0" err="1" smtClean="0"/>
              <a:t>so</a:t>
            </a:r>
            <a:r>
              <a:rPr lang="hu-HU" dirty="0" smtClean="0"/>
              <a:t> far</a:t>
            </a:r>
          </a:p>
        </p:txBody>
      </p:sp>
    </p:spTree>
    <p:extLst>
      <p:ext uri="{BB962C8B-B14F-4D97-AF65-F5344CB8AC3E}">
        <p14:creationId xmlns:p14="http://schemas.microsoft.com/office/powerpoint/2010/main" val="33819562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 smtClean="0"/>
              <a:t>How</a:t>
            </a:r>
            <a:r>
              <a:rPr lang="hu-HU" dirty="0" smtClean="0"/>
              <a:t> </a:t>
            </a:r>
            <a:r>
              <a:rPr lang="hu-HU" dirty="0" err="1"/>
              <a:t>D</a:t>
            </a:r>
            <a:r>
              <a:rPr lang="hu-HU" dirty="0" err="1" smtClean="0"/>
              <a:t>o</a:t>
            </a:r>
            <a:r>
              <a:rPr lang="hu-HU" dirty="0" smtClean="0"/>
              <a:t> </a:t>
            </a:r>
            <a:r>
              <a:rPr lang="hu-HU" dirty="0" err="1" smtClean="0"/>
              <a:t>Transformers</a:t>
            </a:r>
            <a:r>
              <a:rPr lang="hu-HU" dirty="0" smtClean="0"/>
              <a:t> </a:t>
            </a:r>
            <a:r>
              <a:rPr lang="hu-HU" dirty="0" err="1" smtClean="0"/>
              <a:t>Work</a:t>
            </a:r>
            <a:r>
              <a:rPr lang="hu-HU" dirty="0" smtClean="0"/>
              <a:t>?</a:t>
            </a:r>
            <a:endParaRPr lang="en-GB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446856" y="1600200"/>
            <a:ext cx="8301608" cy="4781128"/>
          </a:xfrm>
        </p:spPr>
        <p:txBody>
          <a:bodyPr>
            <a:normAutofit fontScale="55000" lnSpcReduction="20000"/>
          </a:bodyPr>
          <a:lstStyle/>
          <a:p>
            <a:r>
              <a:rPr lang="hu-HU" b="1" dirty="0" err="1" smtClean="0"/>
              <a:t>For</a:t>
            </a:r>
            <a:r>
              <a:rPr lang="hu-HU" b="1" dirty="0" smtClean="0"/>
              <a:t> </a:t>
            </a:r>
            <a:r>
              <a:rPr lang="hu-HU" b="1" dirty="0" err="1" smtClean="0"/>
              <a:t>each</a:t>
            </a:r>
            <a:r>
              <a:rPr lang="hu-HU" b="1" dirty="0" smtClean="0"/>
              <a:t> input </a:t>
            </a:r>
            <a:r>
              <a:rPr lang="hu-HU" b="1" dirty="0" err="1" smtClean="0"/>
              <a:t>token</a:t>
            </a:r>
            <a:r>
              <a:rPr lang="hu-HU" dirty="0" smtClean="0"/>
              <a:t>, a </a:t>
            </a:r>
            <a:r>
              <a:rPr lang="hu-HU" dirty="0" err="1" smtClean="0"/>
              <a:t>transformer</a:t>
            </a:r>
            <a:r>
              <a:rPr lang="hu-HU" dirty="0" smtClean="0"/>
              <a:t> </a:t>
            </a:r>
            <a:r>
              <a:rPr lang="hu-HU" dirty="0" err="1" smtClean="0"/>
              <a:t>calculates</a:t>
            </a:r>
            <a:r>
              <a:rPr lang="hu-HU" dirty="0" smtClean="0"/>
              <a:t> </a:t>
            </a:r>
            <a:r>
              <a:rPr lang="hu-HU" b="1" dirty="0" err="1" smtClean="0"/>
              <a:t>a</a:t>
            </a:r>
            <a:r>
              <a:rPr lang="hu-HU" b="1" dirty="0" smtClean="0"/>
              <a:t> </a:t>
            </a:r>
            <a:r>
              <a:rPr lang="hu-HU" b="1" dirty="0" err="1" smtClean="0"/>
              <a:t>linear</a:t>
            </a:r>
            <a:r>
              <a:rPr lang="hu-HU" b="1" dirty="0" smtClean="0"/>
              <a:t> </a:t>
            </a:r>
            <a:r>
              <a:rPr lang="hu-HU" b="1" dirty="0" err="1" smtClean="0"/>
              <a:t>combination</a:t>
            </a:r>
            <a:r>
              <a:rPr lang="hu-HU" b="1" dirty="0" smtClean="0"/>
              <a:t> of </a:t>
            </a:r>
            <a:r>
              <a:rPr lang="hu-HU" b="1" dirty="0" err="1" smtClean="0"/>
              <a:t>every</a:t>
            </a:r>
            <a:r>
              <a:rPr lang="hu-HU" b="1" dirty="0" smtClean="0"/>
              <a:t> input </a:t>
            </a:r>
            <a:r>
              <a:rPr lang="hu-HU" b="1" dirty="0" err="1" smtClean="0"/>
              <a:t>token</a:t>
            </a:r>
            <a:r>
              <a:rPr lang="hu-HU" dirty="0" smtClean="0"/>
              <a:t>, </a:t>
            </a:r>
            <a:r>
              <a:rPr lang="hu-HU" b="1" dirty="0" err="1" smtClean="0"/>
              <a:t>weighted</a:t>
            </a:r>
            <a:r>
              <a:rPr lang="hu-HU" b="1" dirty="0" smtClean="0"/>
              <a:t> </a:t>
            </a:r>
            <a:r>
              <a:rPr lang="hu-HU" b="1" dirty="0" err="1" smtClean="0"/>
              <a:t>by</a:t>
            </a:r>
            <a:r>
              <a:rPr lang="hu-HU" b="1" dirty="0" smtClean="0"/>
              <a:t> </a:t>
            </a:r>
            <a:r>
              <a:rPr lang="hu-HU" b="1" dirty="0" err="1" smtClean="0"/>
              <a:t>how</a:t>
            </a:r>
            <a:r>
              <a:rPr lang="hu-HU" b="1" dirty="0" smtClean="0"/>
              <a:t> </a:t>
            </a:r>
            <a:r>
              <a:rPr lang="hu-HU" b="1" dirty="0" err="1" smtClean="0"/>
              <a:t>similar</a:t>
            </a:r>
            <a:r>
              <a:rPr lang="hu-HU" b="1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given</a:t>
            </a:r>
            <a:r>
              <a:rPr lang="hu-HU" dirty="0" smtClean="0"/>
              <a:t> </a:t>
            </a:r>
            <a:r>
              <a:rPr lang="hu-HU" dirty="0" err="1" smtClean="0"/>
              <a:t>token</a:t>
            </a:r>
            <a:r>
              <a:rPr lang="hu-HU" dirty="0" smtClean="0"/>
              <a:t> </a:t>
            </a:r>
            <a:r>
              <a:rPr lang="hu-HU" dirty="0" err="1" smtClean="0"/>
              <a:t>vector</a:t>
            </a:r>
            <a:r>
              <a:rPr lang="hu-HU" dirty="0" smtClean="0"/>
              <a:t> is </a:t>
            </a:r>
            <a:r>
              <a:rPr lang="hu-HU" dirty="0" err="1" smtClean="0"/>
              <a:t>to</a:t>
            </a:r>
            <a:r>
              <a:rPr lang="hu-HU" dirty="0" smtClean="0"/>
              <a:t> </a:t>
            </a:r>
            <a:r>
              <a:rPr lang="hu-HU" dirty="0" err="1" smtClean="0"/>
              <a:t>all</a:t>
            </a:r>
            <a:r>
              <a:rPr lang="hu-HU" dirty="0" smtClean="0"/>
              <a:t> </a:t>
            </a:r>
            <a:r>
              <a:rPr lang="hu-HU" dirty="0" err="1" smtClean="0"/>
              <a:t>other</a:t>
            </a:r>
            <a:r>
              <a:rPr lang="hu-HU" dirty="0" smtClean="0"/>
              <a:t> </a:t>
            </a:r>
            <a:r>
              <a:rPr lang="hu-HU" dirty="0" err="1" smtClean="0"/>
              <a:t>token</a:t>
            </a:r>
            <a:r>
              <a:rPr lang="hu-HU" dirty="0" smtClean="0"/>
              <a:t> </a:t>
            </a:r>
            <a:r>
              <a:rPr lang="hu-HU" dirty="0" err="1" smtClean="0"/>
              <a:t>vectors</a:t>
            </a:r>
            <a:r>
              <a:rPr lang="hu-HU" dirty="0" smtClean="0"/>
              <a:t>.</a:t>
            </a:r>
          </a:p>
          <a:p>
            <a:pPr lvl="1"/>
            <a:r>
              <a:rPr lang="hu-HU" dirty="0" err="1" smtClean="0"/>
              <a:t>in</a:t>
            </a:r>
            <a:r>
              <a:rPr lang="hu-HU" dirty="0" smtClean="0"/>
              <a:t> </a:t>
            </a:r>
            <a:r>
              <a:rPr lang="hu-HU" dirty="0" err="1" smtClean="0"/>
              <a:t>terms</a:t>
            </a:r>
            <a:r>
              <a:rPr lang="hu-HU" dirty="0" smtClean="0"/>
              <a:t> of </a:t>
            </a:r>
            <a:r>
              <a:rPr lang="hu-HU" dirty="0" err="1" smtClean="0"/>
              <a:t>cosine</a:t>
            </a:r>
            <a:r>
              <a:rPr lang="hu-HU" dirty="0" smtClean="0"/>
              <a:t> </a:t>
            </a:r>
            <a:r>
              <a:rPr lang="hu-HU" dirty="0" err="1" smtClean="0"/>
              <a:t>similarity</a:t>
            </a:r>
            <a:endParaRPr lang="hu-HU" dirty="0" smtClean="0"/>
          </a:p>
          <a:p>
            <a:pPr lvl="1"/>
            <a:r>
              <a:rPr lang="hu-HU" dirty="0" err="1"/>
              <a:t>T</a:t>
            </a:r>
            <a:r>
              <a:rPr lang="hu-HU" dirty="0" err="1" smtClean="0"/>
              <a:t>his</a:t>
            </a:r>
            <a:r>
              <a:rPr lang="hu-HU" dirty="0" smtClean="0"/>
              <a:t> </a:t>
            </a:r>
            <a:r>
              <a:rPr lang="hu-HU" dirty="0" err="1" smtClean="0"/>
              <a:t>weighting</a:t>
            </a:r>
            <a:r>
              <a:rPr lang="hu-HU" dirty="0" smtClean="0"/>
              <a:t> </a:t>
            </a:r>
            <a:r>
              <a:rPr lang="hu-HU" dirty="0" err="1" smtClean="0"/>
              <a:t>by</a:t>
            </a:r>
            <a:r>
              <a:rPr lang="hu-HU" dirty="0" smtClean="0"/>
              <a:t> </a:t>
            </a:r>
            <a:r>
              <a:rPr lang="hu-HU" dirty="0" err="1" smtClean="0"/>
              <a:t>similarity</a:t>
            </a:r>
            <a:r>
              <a:rPr lang="hu-HU" dirty="0" smtClean="0"/>
              <a:t> is </a:t>
            </a:r>
            <a:r>
              <a:rPr lang="hu-HU" dirty="0" err="1" smtClean="0"/>
              <a:t>referred</a:t>
            </a:r>
            <a:r>
              <a:rPr lang="hu-HU" dirty="0" smtClean="0"/>
              <a:t> </a:t>
            </a:r>
            <a:r>
              <a:rPr lang="hu-HU" dirty="0" err="1" smtClean="0"/>
              <a:t>to</a:t>
            </a:r>
            <a:r>
              <a:rPr lang="hu-HU" dirty="0" smtClean="0"/>
              <a:t> </a:t>
            </a:r>
            <a:r>
              <a:rPr lang="hu-HU" dirty="0" err="1" smtClean="0"/>
              <a:t>as</a:t>
            </a:r>
            <a:r>
              <a:rPr lang="hu-HU" dirty="0" smtClean="0"/>
              <a:t> </a:t>
            </a:r>
            <a:r>
              <a:rPr lang="hu-HU" b="1" dirty="0" err="1" smtClean="0"/>
              <a:t>attention</a:t>
            </a:r>
            <a:r>
              <a:rPr lang="hu-HU" b="1" dirty="0" smtClean="0"/>
              <a:t> </a:t>
            </a:r>
            <a:r>
              <a:rPr lang="hu-HU" dirty="0" err="1" smtClean="0"/>
              <a:t>in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literature</a:t>
            </a:r>
            <a:endParaRPr lang="hu-HU" dirty="0" smtClean="0"/>
          </a:p>
          <a:p>
            <a:pPr lvl="1"/>
            <a:r>
              <a:rPr lang="hu-HU" dirty="0" err="1"/>
              <a:t>W</a:t>
            </a:r>
            <a:r>
              <a:rPr lang="hu-HU" dirty="0" err="1" smtClean="0"/>
              <a:t>hen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elements</a:t>
            </a:r>
            <a:r>
              <a:rPr lang="hu-HU" dirty="0" smtClean="0"/>
              <a:t> of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sequence</a:t>
            </a:r>
            <a:r>
              <a:rPr lang="hu-HU" dirty="0" smtClean="0"/>
              <a:t> </a:t>
            </a:r>
            <a:r>
              <a:rPr lang="hu-HU" dirty="0" err="1" smtClean="0"/>
              <a:t>are</a:t>
            </a:r>
            <a:r>
              <a:rPr lang="hu-HU" dirty="0" smtClean="0"/>
              <a:t> </a:t>
            </a:r>
            <a:r>
              <a:rPr lang="hu-HU" b="1" dirty="0" err="1" smtClean="0"/>
              <a:t>compared</a:t>
            </a:r>
            <a:r>
              <a:rPr lang="hu-HU" b="1" dirty="0" smtClean="0"/>
              <a:t> </a:t>
            </a:r>
            <a:r>
              <a:rPr lang="hu-HU" b="1" dirty="0" err="1" smtClean="0"/>
              <a:t>to</a:t>
            </a:r>
            <a:r>
              <a:rPr lang="hu-HU" b="1" dirty="0" smtClean="0"/>
              <a:t> </a:t>
            </a:r>
            <a:r>
              <a:rPr lang="hu-HU" b="1" dirty="0" err="1" smtClean="0"/>
              <a:t>the</a:t>
            </a:r>
            <a:r>
              <a:rPr lang="hu-HU" b="1" dirty="0" smtClean="0"/>
              <a:t> </a:t>
            </a:r>
            <a:r>
              <a:rPr lang="hu-HU" b="1" dirty="0" err="1" smtClean="0"/>
              <a:t>elements</a:t>
            </a:r>
            <a:r>
              <a:rPr lang="hu-HU" b="1" dirty="0" smtClean="0"/>
              <a:t> </a:t>
            </a:r>
            <a:r>
              <a:rPr lang="hu-HU" b="1" dirty="0" err="1" smtClean="0"/>
              <a:t>of</a:t>
            </a:r>
            <a:r>
              <a:rPr lang="hu-HU" b="1" dirty="0" smtClean="0"/>
              <a:t> </a:t>
            </a:r>
            <a:r>
              <a:rPr lang="hu-HU" b="1" dirty="0" err="1" smtClean="0"/>
              <a:t>the</a:t>
            </a:r>
            <a:r>
              <a:rPr lang="hu-HU" b="1" dirty="0" smtClean="0"/>
              <a:t> </a:t>
            </a:r>
            <a:r>
              <a:rPr lang="hu-HU" b="1" dirty="0" err="1" smtClean="0"/>
              <a:t>same</a:t>
            </a:r>
            <a:r>
              <a:rPr lang="hu-HU" b="1" dirty="0" smtClean="0"/>
              <a:t> </a:t>
            </a:r>
            <a:r>
              <a:rPr lang="hu-HU" b="1" dirty="0" err="1" smtClean="0"/>
              <a:t>sequence</a:t>
            </a:r>
            <a:r>
              <a:rPr lang="hu-HU" dirty="0" smtClean="0"/>
              <a:t>, </a:t>
            </a:r>
            <a:r>
              <a:rPr lang="hu-HU" dirty="0" err="1" smtClean="0"/>
              <a:t>not</a:t>
            </a:r>
            <a:r>
              <a:rPr lang="hu-HU" dirty="0" smtClean="0"/>
              <a:t> </a:t>
            </a:r>
            <a:r>
              <a:rPr lang="hu-HU" dirty="0" err="1" smtClean="0"/>
              <a:t>some</a:t>
            </a:r>
            <a:r>
              <a:rPr lang="hu-HU" dirty="0" smtClean="0"/>
              <a:t> </a:t>
            </a:r>
            <a:r>
              <a:rPr lang="hu-HU" dirty="0" err="1" smtClean="0"/>
              <a:t>other</a:t>
            </a:r>
            <a:r>
              <a:rPr lang="hu-HU" dirty="0" smtClean="0"/>
              <a:t> </a:t>
            </a:r>
            <a:r>
              <a:rPr lang="hu-HU" dirty="0" err="1" smtClean="0"/>
              <a:t>sequence</a:t>
            </a:r>
            <a:r>
              <a:rPr lang="hu-HU" dirty="0" smtClean="0"/>
              <a:t>, </a:t>
            </a:r>
            <a:r>
              <a:rPr lang="hu-HU" dirty="0" err="1" smtClean="0"/>
              <a:t>it</a:t>
            </a:r>
            <a:r>
              <a:rPr lang="hu-HU" dirty="0" smtClean="0"/>
              <a:t> is </a:t>
            </a:r>
            <a:r>
              <a:rPr lang="hu-HU" dirty="0" err="1" smtClean="0"/>
              <a:t>called</a:t>
            </a:r>
            <a:r>
              <a:rPr lang="hu-HU" dirty="0" smtClean="0"/>
              <a:t> </a:t>
            </a:r>
            <a:r>
              <a:rPr lang="hu-HU" b="1" dirty="0" err="1" smtClean="0"/>
              <a:t>self-attention</a:t>
            </a:r>
            <a:endParaRPr lang="hu-HU" b="1" dirty="0" smtClean="0"/>
          </a:p>
          <a:p>
            <a:pPr lvl="1"/>
            <a:r>
              <a:rPr lang="hu-HU" dirty="0"/>
              <a:t>T</a:t>
            </a:r>
            <a:r>
              <a:rPr lang="hu-HU" dirty="0" smtClean="0"/>
              <a:t>he </a:t>
            </a:r>
            <a:r>
              <a:rPr lang="hu-HU" dirty="0" err="1" smtClean="0"/>
              <a:t>token</a:t>
            </a:r>
            <a:r>
              <a:rPr lang="hu-HU" dirty="0" smtClean="0"/>
              <a:t> </a:t>
            </a:r>
            <a:r>
              <a:rPr lang="hu-HU" dirty="0" err="1" smtClean="0"/>
              <a:t>vectors</a:t>
            </a:r>
            <a:r>
              <a:rPr lang="hu-HU" dirty="0" smtClean="0"/>
              <a:t> </a:t>
            </a:r>
            <a:r>
              <a:rPr lang="hu-HU" dirty="0" err="1" smtClean="0"/>
              <a:t>consist</a:t>
            </a:r>
            <a:r>
              <a:rPr lang="hu-HU" dirty="0" smtClean="0"/>
              <a:t> of </a:t>
            </a:r>
            <a:r>
              <a:rPr lang="hu-HU" dirty="0" err="1" smtClean="0"/>
              <a:t>two</a:t>
            </a:r>
            <a:r>
              <a:rPr lang="hu-HU" dirty="0" smtClean="0"/>
              <a:t> </a:t>
            </a:r>
            <a:r>
              <a:rPr lang="hu-HU" dirty="0" err="1" smtClean="0"/>
              <a:t>components</a:t>
            </a:r>
            <a:r>
              <a:rPr lang="hu-HU" dirty="0" smtClean="0"/>
              <a:t>:</a:t>
            </a:r>
          </a:p>
          <a:p>
            <a:pPr lvl="2"/>
            <a:r>
              <a:rPr lang="hu-HU" dirty="0" smtClean="0"/>
              <a:t>a </a:t>
            </a:r>
            <a:r>
              <a:rPr lang="hu-HU" dirty="0" err="1" smtClean="0"/>
              <a:t>vector</a:t>
            </a:r>
            <a:r>
              <a:rPr lang="hu-HU" dirty="0" smtClean="0"/>
              <a:t> </a:t>
            </a:r>
            <a:r>
              <a:rPr lang="hu-HU" dirty="0" err="1" smtClean="0"/>
              <a:t>representation</a:t>
            </a:r>
            <a:r>
              <a:rPr lang="hu-HU" dirty="0" smtClean="0"/>
              <a:t> of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token</a:t>
            </a:r>
            <a:r>
              <a:rPr lang="hu-HU" dirty="0" smtClean="0"/>
              <a:t> </a:t>
            </a:r>
            <a:r>
              <a:rPr lang="hu-HU" dirty="0" err="1" smtClean="0"/>
              <a:t>form</a:t>
            </a:r>
            <a:r>
              <a:rPr lang="hu-HU" dirty="0" smtClean="0"/>
              <a:t>, </a:t>
            </a:r>
            <a:r>
              <a:rPr lang="hu-HU" dirty="0" err="1" smtClean="0"/>
              <a:t>essentially</a:t>
            </a:r>
            <a:r>
              <a:rPr lang="hu-HU" dirty="0" smtClean="0"/>
              <a:t> a </a:t>
            </a:r>
            <a:r>
              <a:rPr lang="hu-HU" b="1" dirty="0" err="1" smtClean="0"/>
              <a:t>context-independent</a:t>
            </a:r>
            <a:r>
              <a:rPr lang="hu-HU" b="1" dirty="0" smtClean="0"/>
              <a:t> </a:t>
            </a:r>
            <a:r>
              <a:rPr lang="hu-HU" b="1" dirty="0" err="1" smtClean="0"/>
              <a:t>token</a:t>
            </a:r>
            <a:r>
              <a:rPr lang="hu-HU" b="1" dirty="0" smtClean="0"/>
              <a:t> </a:t>
            </a:r>
            <a:r>
              <a:rPr lang="hu-HU" b="1" dirty="0" err="1" smtClean="0"/>
              <a:t>embedding</a:t>
            </a:r>
            <a:endParaRPr lang="hu-HU" b="1" dirty="0" smtClean="0"/>
          </a:p>
          <a:p>
            <a:pPr lvl="2"/>
            <a:r>
              <a:rPr lang="hu-HU" dirty="0" smtClean="0"/>
              <a:t>a </a:t>
            </a:r>
            <a:r>
              <a:rPr lang="hu-HU" dirty="0" err="1" smtClean="0"/>
              <a:t>vector</a:t>
            </a:r>
            <a:r>
              <a:rPr lang="hu-HU" dirty="0" smtClean="0"/>
              <a:t> </a:t>
            </a:r>
            <a:r>
              <a:rPr lang="hu-HU" dirty="0" err="1" smtClean="0"/>
              <a:t>representation</a:t>
            </a:r>
            <a:r>
              <a:rPr lang="hu-HU" dirty="0" smtClean="0"/>
              <a:t> of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b="1" dirty="0" err="1" smtClean="0"/>
              <a:t>relative</a:t>
            </a:r>
            <a:r>
              <a:rPr lang="hu-HU" b="1" dirty="0" smtClean="0"/>
              <a:t> </a:t>
            </a:r>
            <a:r>
              <a:rPr lang="hu-HU" b="1" dirty="0" err="1" smtClean="0"/>
              <a:t>position</a:t>
            </a:r>
            <a:r>
              <a:rPr lang="hu-HU" b="1" dirty="0" smtClean="0"/>
              <a:t> </a:t>
            </a:r>
            <a:r>
              <a:rPr lang="hu-HU" b="1" dirty="0" err="1" smtClean="0"/>
              <a:t>of</a:t>
            </a:r>
            <a:r>
              <a:rPr lang="hu-HU" b="1" dirty="0" smtClean="0"/>
              <a:t> </a:t>
            </a:r>
            <a:r>
              <a:rPr lang="hu-HU" b="1" dirty="0" err="1" smtClean="0"/>
              <a:t>the</a:t>
            </a:r>
            <a:r>
              <a:rPr lang="hu-HU" b="1" dirty="0" smtClean="0"/>
              <a:t> </a:t>
            </a:r>
            <a:r>
              <a:rPr lang="hu-HU" b="1" dirty="0" err="1" smtClean="0"/>
              <a:t>token</a:t>
            </a:r>
            <a:r>
              <a:rPr lang="hu-HU" b="1" dirty="0" smtClean="0"/>
              <a:t> </a:t>
            </a:r>
            <a:r>
              <a:rPr lang="hu-HU" dirty="0" err="1" smtClean="0"/>
              <a:t>in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sequence</a:t>
            </a:r>
            <a:endParaRPr lang="hu-HU" dirty="0"/>
          </a:p>
          <a:p>
            <a:pPr lvl="2"/>
            <a:r>
              <a:rPr lang="hu-HU" dirty="0" err="1" smtClean="0"/>
              <a:t>thus</a:t>
            </a:r>
            <a:r>
              <a:rPr lang="hu-HU" dirty="0" smtClean="0"/>
              <a:t> a </a:t>
            </a:r>
            <a:r>
              <a:rPr lang="hu-HU" dirty="0" err="1" smtClean="0"/>
              <a:t>token</a:t>
            </a:r>
            <a:r>
              <a:rPr lang="hu-HU" dirty="0" smtClean="0"/>
              <a:t>’s </a:t>
            </a:r>
            <a:r>
              <a:rPr lang="hu-HU" dirty="0" err="1" smtClean="0"/>
              <a:t>similarity</a:t>
            </a:r>
            <a:r>
              <a:rPr lang="hu-HU" dirty="0" smtClean="0"/>
              <a:t> </a:t>
            </a:r>
            <a:r>
              <a:rPr lang="hu-HU" dirty="0" err="1" smtClean="0"/>
              <a:t>to</a:t>
            </a:r>
            <a:r>
              <a:rPr lang="hu-HU" dirty="0" smtClean="0"/>
              <a:t> </a:t>
            </a:r>
            <a:r>
              <a:rPr lang="hu-HU" dirty="0" err="1" smtClean="0"/>
              <a:t>another</a:t>
            </a:r>
            <a:r>
              <a:rPr lang="hu-HU" dirty="0" smtClean="0"/>
              <a:t> </a:t>
            </a:r>
            <a:r>
              <a:rPr lang="hu-HU" dirty="0" err="1" smtClean="0"/>
              <a:t>token</a:t>
            </a:r>
            <a:r>
              <a:rPr lang="hu-HU" dirty="0" smtClean="0"/>
              <a:t>, </a:t>
            </a:r>
            <a:r>
              <a:rPr lang="hu-HU" dirty="0" err="1" smtClean="0"/>
              <a:t>as</a:t>
            </a:r>
            <a:r>
              <a:rPr lang="hu-HU" dirty="0" smtClean="0"/>
              <a:t> </a:t>
            </a:r>
            <a:r>
              <a:rPr lang="hu-HU" dirty="0" err="1" smtClean="0"/>
              <a:t>evaluated</a:t>
            </a:r>
            <a:r>
              <a:rPr lang="hu-HU" dirty="0" smtClean="0"/>
              <a:t> </a:t>
            </a:r>
            <a:r>
              <a:rPr lang="hu-HU" dirty="0" err="1" smtClean="0"/>
              <a:t>by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transformer</a:t>
            </a:r>
            <a:r>
              <a:rPr lang="hu-HU" dirty="0" smtClean="0"/>
              <a:t>, </a:t>
            </a:r>
            <a:r>
              <a:rPr lang="hu-HU" dirty="0" err="1" smtClean="0"/>
              <a:t>refers</a:t>
            </a:r>
            <a:r>
              <a:rPr lang="hu-HU" dirty="0" smtClean="0"/>
              <a:t> </a:t>
            </a:r>
            <a:r>
              <a:rPr lang="hu-HU" dirty="0" err="1" smtClean="0"/>
              <a:t>to</a:t>
            </a:r>
            <a:r>
              <a:rPr lang="hu-HU" dirty="0" smtClean="0"/>
              <a:t> </a:t>
            </a:r>
            <a:r>
              <a:rPr lang="hu-HU" dirty="0" err="1" smtClean="0"/>
              <a:t>both</a:t>
            </a:r>
            <a:r>
              <a:rPr lang="hu-HU" dirty="0" smtClean="0"/>
              <a:t> </a:t>
            </a:r>
            <a:r>
              <a:rPr lang="hu-HU" b="1" dirty="0" err="1" smtClean="0"/>
              <a:t>similarity</a:t>
            </a:r>
            <a:r>
              <a:rPr lang="hu-HU" b="1" dirty="0" smtClean="0"/>
              <a:t> of </a:t>
            </a:r>
            <a:r>
              <a:rPr lang="hu-HU" b="1" dirty="0" err="1" smtClean="0"/>
              <a:t>position</a:t>
            </a:r>
            <a:r>
              <a:rPr lang="hu-HU" b="1" dirty="0" smtClean="0"/>
              <a:t> and of </a:t>
            </a:r>
            <a:r>
              <a:rPr lang="hu-HU" b="1" dirty="0" err="1" smtClean="0"/>
              <a:t>meaning</a:t>
            </a:r>
            <a:endParaRPr lang="hu-HU" b="1" dirty="0" smtClean="0"/>
          </a:p>
          <a:p>
            <a:pPr lvl="1"/>
            <a:r>
              <a:rPr lang="hu-HU" dirty="0" smtClean="0"/>
              <a:t>The </a:t>
            </a:r>
            <a:r>
              <a:rPr lang="hu-HU" dirty="0" err="1" smtClean="0"/>
              <a:t>linear</a:t>
            </a:r>
            <a:r>
              <a:rPr lang="hu-HU" dirty="0" smtClean="0"/>
              <a:t> </a:t>
            </a:r>
            <a:r>
              <a:rPr lang="hu-HU" dirty="0" err="1" smtClean="0"/>
              <a:t>combinations</a:t>
            </a:r>
            <a:r>
              <a:rPr lang="hu-HU" dirty="0" smtClean="0"/>
              <a:t> </a:t>
            </a:r>
            <a:r>
              <a:rPr lang="hu-HU" dirty="0" err="1" smtClean="0"/>
              <a:t>are</a:t>
            </a:r>
            <a:r>
              <a:rPr lang="hu-HU" dirty="0" smtClean="0"/>
              <a:t> </a:t>
            </a:r>
            <a:r>
              <a:rPr lang="hu-HU" dirty="0" err="1" smtClean="0"/>
              <a:t>calculated</a:t>
            </a:r>
            <a:r>
              <a:rPr lang="hu-HU" dirty="0" smtClean="0"/>
              <a:t> </a:t>
            </a:r>
            <a:r>
              <a:rPr lang="hu-HU" dirty="0" err="1" smtClean="0"/>
              <a:t>using</a:t>
            </a:r>
            <a:r>
              <a:rPr lang="hu-HU" dirty="0" smtClean="0"/>
              <a:t> </a:t>
            </a:r>
            <a:r>
              <a:rPr lang="hu-HU" dirty="0" err="1" smtClean="0"/>
              <a:t>learned</a:t>
            </a:r>
            <a:r>
              <a:rPr lang="hu-HU" dirty="0" smtClean="0"/>
              <a:t> </a:t>
            </a:r>
            <a:r>
              <a:rPr lang="hu-HU" dirty="0" err="1" smtClean="0"/>
              <a:t>weight</a:t>
            </a:r>
            <a:r>
              <a:rPr lang="hu-HU" dirty="0" smtClean="0"/>
              <a:t> </a:t>
            </a:r>
            <a:r>
              <a:rPr lang="hu-HU" dirty="0" err="1" smtClean="0"/>
              <a:t>matrices</a:t>
            </a:r>
            <a:endParaRPr lang="hu-HU" dirty="0" smtClean="0"/>
          </a:p>
          <a:p>
            <a:pPr lvl="2"/>
            <a:r>
              <a:rPr lang="hu-HU" dirty="0" err="1" smtClean="0"/>
              <a:t>these</a:t>
            </a:r>
            <a:r>
              <a:rPr lang="hu-HU" dirty="0" smtClean="0"/>
              <a:t> </a:t>
            </a:r>
            <a:r>
              <a:rPr lang="hu-HU" dirty="0" err="1" smtClean="0"/>
              <a:t>weight</a:t>
            </a:r>
            <a:r>
              <a:rPr lang="hu-HU" dirty="0" smtClean="0"/>
              <a:t> </a:t>
            </a:r>
            <a:r>
              <a:rPr lang="hu-HU" dirty="0" err="1" smtClean="0"/>
              <a:t>matrices</a:t>
            </a:r>
            <a:r>
              <a:rPr lang="hu-HU" dirty="0" smtClean="0"/>
              <a:t> </a:t>
            </a:r>
            <a:r>
              <a:rPr lang="hu-HU" dirty="0" err="1" smtClean="0"/>
              <a:t>are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parameters</a:t>
            </a:r>
            <a:r>
              <a:rPr lang="hu-HU" dirty="0" smtClean="0"/>
              <a:t> of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transformer</a:t>
            </a:r>
            <a:endParaRPr lang="hu-HU" dirty="0" smtClean="0"/>
          </a:p>
          <a:p>
            <a:r>
              <a:rPr lang="hu-HU" b="1" dirty="0" smtClean="0"/>
              <a:t>Deep </a:t>
            </a:r>
            <a:r>
              <a:rPr lang="hu-HU" dirty="0" err="1" smtClean="0"/>
              <a:t>network</a:t>
            </a:r>
            <a:r>
              <a:rPr lang="hu-HU" dirty="0" smtClean="0"/>
              <a:t>: </a:t>
            </a:r>
            <a:r>
              <a:rPr lang="hu-HU" b="1" dirty="0" err="1" smtClean="0"/>
              <a:t>Several</a:t>
            </a:r>
            <a:r>
              <a:rPr lang="hu-HU" b="1" dirty="0" smtClean="0"/>
              <a:t> </a:t>
            </a:r>
            <a:r>
              <a:rPr lang="hu-HU" b="1" dirty="0" err="1" smtClean="0"/>
              <a:t>transformer</a:t>
            </a:r>
            <a:r>
              <a:rPr lang="hu-HU" b="1" dirty="0" smtClean="0"/>
              <a:t> </a:t>
            </a:r>
            <a:r>
              <a:rPr lang="hu-HU" b="1" dirty="0" err="1" smtClean="0"/>
              <a:t>blocks</a:t>
            </a:r>
            <a:r>
              <a:rPr lang="hu-HU" b="1" dirty="0" smtClean="0"/>
              <a:t> </a:t>
            </a:r>
            <a:r>
              <a:rPr lang="hu-HU" dirty="0" smtClean="0"/>
              <a:t>(</a:t>
            </a:r>
            <a:r>
              <a:rPr lang="hu-HU" dirty="0" err="1" smtClean="0"/>
              <a:t>consisting</a:t>
            </a:r>
            <a:r>
              <a:rPr lang="hu-HU" dirty="0" smtClean="0"/>
              <a:t> of </a:t>
            </a:r>
            <a:r>
              <a:rPr lang="hu-HU" dirty="0" err="1" smtClean="0"/>
              <a:t>self-attention</a:t>
            </a:r>
            <a:r>
              <a:rPr lang="hu-HU" dirty="0" smtClean="0"/>
              <a:t> </a:t>
            </a:r>
            <a:r>
              <a:rPr lang="hu-HU" dirty="0" err="1" smtClean="0"/>
              <a:t>layers</a:t>
            </a:r>
            <a:r>
              <a:rPr lang="hu-HU" dirty="0" smtClean="0"/>
              <a:t> and </a:t>
            </a:r>
            <a:r>
              <a:rPr lang="hu-HU" dirty="0" err="1" smtClean="0"/>
              <a:t>dense</a:t>
            </a:r>
            <a:r>
              <a:rPr lang="hu-HU" dirty="0" smtClean="0"/>
              <a:t> / </a:t>
            </a:r>
            <a:r>
              <a:rPr lang="hu-HU" dirty="0" err="1" smtClean="0"/>
              <a:t>feed-forward</a:t>
            </a:r>
            <a:r>
              <a:rPr lang="hu-HU" dirty="0" smtClean="0"/>
              <a:t> </a:t>
            </a:r>
            <a:r>
              <a:rPr lang="hu-HU" dirty="0" err="1" smtClean="0"/>
              <a:t>neural</a:t>
            </a:r>
            <a:r>
              <a:rPr lang="hu-HU" dirty="0" smtClean="0"/>
              <a:t> </a:t>
            </a:r>
            <a:r>
              <a:rPr lang="hu-HU" dirty="0" err="1" smtClean="0"/>
              <a:t>network</a:t>
            </a:r>
            <a:r>
              <a:rPr lang="hu-HU" dirty="0" smtClean="0"/>
              <a:t> </a:t>
            </a:r>
            <a:r>
              <a:rPr lang="hu-HU" dirty="0" err="1" smtClean="0"/>
              <a:t>layers</a:t>
            </a:r>
            <a:r>
              <a:rPr lang="hu-HU" dirty="0" smtClean="0"/>
              <a:t>) </a:t>
            </a:r>
            <a:r>
              <a:rPr lang="hu-HU" dirty="0" err="1" smtClean="0"/>
              <a:t>are</a:t>
            </a:r>
            <a:r>
              <a:rPr lang="hu-HU" dirty="0" smtClean="0"/>
              <a:t> </a:t>
            </a:r>
            <a:r>
              <a:rPr lang="hu-HU" b="1" dirty="0" err="1" smtClean="0"/>
              <a:t>stacked</a:t>
            </a:r>
            <a:r>
              <a:rPr lang="hu-HU" b="1" dirty="0" smtClean="0"/>
              <a:t> </a:t>
            </a:r>
            <a:r>
              <a:rPr lang="hu-HU" dirty="0" err="1" smtClean="0"/>
              <a:t>in</a:t>
            </a:r>
            <a:r>
              <a:rPr lang="hu-HU" dirty="0" smtClean="0"/>
              <a:t> a </a:t>
            </a:r>
            <a:r>
              <a:rPr lang="hu-HU" dirty="0" err="1" smtClean="0"/>
              <a:t>transformer</a:t>
            </a:r>
            <a:endParaRPr lang="hu-HU" dirty="0"/>
          </a:p>
          <a:p>
            <a:pPr lvl="1"/>
            <a:r>
              <a:rPr lang="hu-HU" dirty="0" err="1" smtClean="0"/>
              <a:t>vector</a:t>
            </a:r>
            <a:r>
              <a:rPr lang="hu-HU" dirty="0" smtClean="0"/>
              <a:t> and </a:t>
            </a:r>
            <a:r>
              <a:rPr lang="hu-HU" dirty="0" err="1" smtClean="0"/>
              <a:t>positions</a:t>
            </a:r>
            <a:r>
              <a:rPr lang="hu-HU" dirty="0" smtClean="0"/>
              <a:t> of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original</a:t>
            </a:r>
            <a:r>
              <a:rPr lang="hu-HU" dirty="0" smtClean="0"/>
              <a:t> input </a:t>
            </a:r>
            <a:r>
              <a:rPr lang="hu-HU" dirty="0" err="1" smtClean="0"/>
              <a:t>tokens</a:t>
            </a:r>
            <a:r>
              <a:rPr lang="hu-HU" dirty="0" smtClean="0"/>
              <a:t> </a:t>
            </a:r>
            <a:r>
              <a:rPr lang="hu-HU" dirty="0" err="1" smtClean="0"/>
              <a:t>are</a:t>
            </a:r>
            <a:r>
              <a:rPr lang="hu-HU" dirty="0" smtClean="0"/>
              <a:t> </a:t>
            </a:r>
            <a:r>
              <a:rPr lang="hu-HU" dirty="0" err="1" smtClean="0"/>
              <a:t>processed</a:t>
            </a:r>
            <a:r>
              <a:rPr lang="hu-HU" dirty="0" smtClean="0"/>
              <a:t> </a:t>
            </a:r>
            <a:r>
              <a:rPr lang="hu-HU" dirty="0" err="1" smtClean="0"/>
              <a:t>by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first</a:t>
            </a:r>
            <a:r>
              <a:rPr lang="hu-HU" dirty="0" smtClean="0"/>
              <a:t> </a:t>
            </a:r>
            <a:r>
              <a:rPr lang="hu-HU" dirty="0" err="1" smtClean="0"/>
              <a:t>block</a:t>
            </a:r>
            <a:endParaRPr lang="hu-HU" dirty="0" smtClean="0"/>
          </a:p>
          <a:p>
            <a:pPr lvl="1"/>
            <a:r>
              <a:rPr lang="hu-HU" dirty="0" err="1" smtClean="0"/>
              <a:t>it</a:t>
            </a:r>
            <a:r>
              <a:rPr lang="hu-HU" dirty="0" smtClean="0"/>
              <a:t> </a:t>
            </a:r>
            <a:r>
              <a:rPr lang="hu-HU" dirty="0" err="1" smtClean="0"/>
              <a:t>computes</a:t>
            </a:r>
            <a:r>
              <a:rPr lang="hu-HU" dirty="0" smtClean="0"/>
              <a:t> and </a:t>
            </a:r>
            <a:r>
              <a:rPr lang="hu-HU" dirty="0" err="1" smtClean="0"/>
              <a:t>outputs</a:t>
            </a:r>
            <a:r>
              <a:rPr lang="hu-HU" dirty="0" smtClean="0"/>
              <a:t> a </a:t>
            </a:r>
            <a:r>
              <a:rPr lang="hu-HU" i="1" dirty="0" smtClean="0"/>
              <a:t>k </a:t>
            </a:r>
            <a:r>
              <a:rPr lang="hu-HU" dirty="0" smtClean="0"/>
              <a:t>x </a:t>
            </a:r>
            <a:r>
              <a:rPr lang="hu-HU" i="1" dirty="0" smtClean="0"/>
              <a:t>n </a:t>
            </a:r>
            <a:r>
              <a:rPr lang="hu-HU" dirty="0" err="1" smtClean="0"/>
              <a:t>matrix</a:t>
            </a:r>
            <a:r>
              <a:rPr lang="hu-HU" dirty="0" smtClean="0"/>
              <a:t> of </a:t>
            </a:r>
            <a:r>
              <a:rPr lang="hu-HU" dirty="0" err="1" smtClean="0"/>
              <a:t>weighted</a:t>
            </a:r>
            <a:r>
              <a:rPr lang="hu-HU" dirty="0" smtClean="0"/>
              <a:t> </a:t>
            </a:r>
            <a:r>
              <a:rPr lang="hu-HU" dirty="0" err="1" smtClean="0"/>
              <a:t>linear</a:t>
            </a:r>
            <a:r>
              <a:rPr lang="hu-HU" dirty="0" smtClean="0"/>
              <a:t> </a:t>
            </a:r>
            <a:r>
              <a:rPr lang="hu-HU" dirty="0" err="1" smtClean="0"/>
              <a:t>combinations</a:t>
            </a:r>
            <a:r>
              <a:rPr lang="hu-HU" dirty="0" smtClean="0"/>
              <a:t> </a:t>
            </a:r>
            <a:r>
              <a:rPr lang="hu-HU" dirty="0" err="1" smtClean="0"/>
              <a:t>of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token</a:t>
            </a:r>
            <a:r>
              <a:rPr lang="hu-HU" dirty="0" smtClean="0"/>
              <a:t> </a:t>
            </a:r>
            <a:r>
              <a:rPr lang="hu-HU" dirty="0" err="1" smtClean="0"/>
              <a:t>vectors</a:t>
            </a:r>
            <a:endParaRPr lang="hu-HU" dirty="0" smtClean="0"/>
          </a:p>
          <a:p>
            <a:pPr lvl="1"/>
            <a:r>
              <a:rPr lang="hu-HU" dirty="0" err="1" smtClean="0"/>
              <a:t>this</a:t>
            </a:r>
            <a:r>
              <a:rPr lang="hu-HU" dirty="0" smtClean="0"/>
              <a:t> is </a:t>
            </a:r>
            <a:r>
              <a:rPr lang="hu-HU" dirty="0" err="1" smtClean="0"/>
              <a:t>the</a:t>
            </a:r>
            <a:r>
              <a:rPr lang="hu-HU" dirty="0" smtClean="0"/>
              <a:t> input of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second</a:t>
            </a:r>
            <a:r>
              <a:rPr lang="hu-HU" dirty="0" smtClean="0"/>
              <a:t> </a:t>
            </a:r>
            <a:r>
              <a:rPr lang="hu-HU" dirty="0" err="1" smtClean="0"/>
              <a:t>transformer</a:t>
            </a:r>
            <a:r>
              <a:rPr lang="hu-HU" dirty="0" smtClean="0"/>
              <a:t> </a:t>
            </a:r>
            <a:r>
              <a:rPr lang="hu-HU" dirty="0" err="1" smtClean="0"/>
              <a:t>block</a:t>
            </a:r>
            <a:r>
              <a:rPr lang="hu-HU" dirty="0" smtClean="0"/>
              <a:t>, </a:t>
            </a:r>
            <a:r>
              <a:rPr lang="hu-HU" dirty="0" err="1" smtClean="0"/>
              <a:t>which</a:t>
            </a:r>
            <a:r>
              <a:rPr lang="hu-HU" dirty="0" smtClean="0"/>
              <a:t> </a:t>
            </a:r>
            <a:r>
              <a:rPr lang="hu-HU" dirty="0" err="1" smtClean="0"/>
              <a:t>computes</a:t>
            </a:r>
            <a:r>
              <a:rPr lang="hu-HU" dirty="0" smtClean="0"/>
              <a:t> </a:t>
            </a:r>
            <a:r>
              <a:rPr lang="hu-HU" dirty="0" err="1" smtClean="0"/>
              <a:t>its</a:t>
            </a:r>
            <a:r>
              <a:rPr lang="hu-HU" dirty="0" smtClean="0"/>
              <a:t> output </a:t>
            </a:r>
            <a:r>
              <a:rPr lang="hu-HU" dirty="0" err="1" smtClean="0"/>
              <a:t>based</a:t>
            </a:r>
            <a:r>
              <a:rPr lang="hu-HU" dirty="0" smtClean="0"/>
              <a:t> </a:t>
            </a:r>
            <a:r>
              <a:rPr lang="hu-HU" dirty="0" err="1" smtClean="0"/>
              <a:t>on</a:t>
            </a:r>
            <a:r>
              <a:rPr lang="hu-HU" dirty="0" smtClean="0"/>
              <a:t> </a:t>
            </a:r>
            <a:r>
              <a:rPr lang="hu-HU" dirty="0" err="1" smtClean="0"/>
              <a:t>this</a:t>
            </a:r>
            <a:endParaRPr lang="hu-HU" dirty="0" smtClean="0"/>
          </a:p>
          <a:p>
            <a:pPr lvl="1"/>
            <a:r>
              <a:rPr lang="hu-HU" dirty="0" smtClean="0"/>
              <a:t>and </a:t>
            </a:r>
            <a:r>
              <a:rPr lang="hu-HU" dirty="0" err="1" smtClean="0"/>
              <a:t>so</a:t>
            </a:r>
            <a:r>
              <a:rPr lang="hu-HU" dirty="0" smtClean="0"/>
              <a:t> </a:t>
            </a:r>
            <a:r>
              <a:rPr lang="hu-HU" dirty="0" err="1" smtClean="0"/>
              <a:t>on</a:t>
            </a:r>
            <a:r>
              <a:rPr lang="hu-HU" dirty="0" smtClean="0"/>
              <a:t>; </a:t>
            </a:r>
            <a:r>
              <a:rPr lang="hu-HU" b="1" dirty="0" err="1" smtClean="0"/>
              <a:t>each</a:t>
            </a:r>
            <a:r>
              <a:rPr lang="hu-HU" b="1" dirty="0" smtClean="0"/>
              <a:t> </a:t>
            </a:r>
            <a:r>
              <a:rPr lang="hu-HU" dirty="0" err="1" smtClean="0"/>
              <a:t>such</a:t>
            </a:r>
            <a:r>
              <a:rPr lang="hu-HU" dirty="0" smtClean="0"/>
              <a:t> </a:t>
            </a:r>
            <a:r>
              <a:rPr lang="hu-HU" b="1" dirty="0" err="1" smtClean="0"/>
              <a:t>transformer</a:t>
            </a:r>
            <a:r>
              <a:rPr lang="hu-HU" b="1" dirty="0" smtClean="0"/>
              <a:t> </a:t>
            </a:r>
            <a:r>
              <a:rPr lang="hu-HU" b="1" dirty="0" err="1" smtClean="0"/>
              <a:t>block</a:t>
            </a:r>
            <a:r>
              <a:rPr lang="hu-HU" b="1" dirty="0" smtClean="0"/>
              <a:t> has a </a:t>
            </a:r>
            <a:r>
              <a:rPr lang="hu-HU" b="1" dirty="0" err="1" smtClean="0"/>
              <a:t>different</a:t>
            </a:r>
            <a:r>
              <a:rPr lang="hu-HU" b="1" dirty="0" smtClean="0"/>
              <a:t> </a:t>
            </a:r>
            <a:r>
              <a:rPr lang="hu-HU" b="1" dirty="0" err="1" smtClean="0"/>
              <a:t>set</a:t>
            </a:r>
            <a:r>
              <a:rPr lang="hu-HU" b="1" dirty="0" smtClean="0"/>
              <a:t> of </a:t>
            </a:r>
            <a:r>
              <a:rPr lang="hu-HU" b="1" dirty="0" err="1" smtClean="0"/>
              <a:t>weight</a:t>
            </a:r>
            <a:r>
              <a:rPr lang="hu-HU" b="1" dirty="0" smtClean="0"/>
              <a:t> </a:t>
            </a:r>
            <a:r>
              <a:rPr lang="hu-HU" b="1" dirty="0" err="1" smtClean="0"/>
              <a:t>matrices</a:t>
            </a:r>
            <a:r>
              <a:rPr lang="hu-HU" b="1" dirty="0" smtClean="0"/>
              <a:t> (</a:t>
            </a:r>
            <a:r>
              <a:rPr lang="hu-HU" b="1" dirty="0" err="1" smtClean="0"/>
              <a:t>parameters</a:t>
            </a:r>
            <a:r>
              <a:rPr lang="hu-HU" b="1" dirty="0" smtClean="0"/>
              <a:t>)</a:t>
            </a:r>
          </a:p>
          <a:p>
            <a:r>
              <a:rPr lang="hu-HU" dirty="0" err="1" smtClean="0"/>
              <a:t>Eventually</a:t>
            </a:r>
            <a:r>
              <a:rPr lang="hu-HU" dirty="0" smtClean="0"/>
              <a:t>, </a:t>
            </a:r>
            <a:r>
              <a:rPr lang="hu-HU" dirty="0" err="1" smtClean="0"/>
              <a:t>calculation</a:t>
            </a:r>
            <a:r>
              <a:rPr lang="hu-HU" dirty="0" smtClean="0"/>
              <a:t> </a:t>
            </a:r>
            <a:r>
              <a:rPr lang="hu-HU" dirty="0" err="1" smtClean="0"/>
              <a:t>passes</a:t>
            </a:r>
            <a:r>
              <a:rPr lang="hu-HU" dirty="0" smtClean="0"/>
              <a:t> </a:t>
            </a:r>
            <a:r>
              <a:rPr lang="hu-HU" dirty="0" err="1" smtClean="0"/>
              <a:t>through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last</a:t>
            </a:r>
            <a:r>
              <a:rPr lang="hu-HU" dirty="0" smtClean="0"/>
              <a:t> </a:t>
            </a:r>
            <a:r>
              <a:rPr lang="hu-HU" dirty="0" err="1" smtClean="0"/>
              <a:t>layer</a:t>
            </a:r>
            <a:r>
              <a:rPr lang="hu-HU" dirty="0" smtClean="0"/>
              <a:t>, a </a:t>
            </a:r>
            <a:r>
              <a:rPr lang="hu-HU" dirty="0" err="1" smtClean="0"/>
              <a:t>final</a:t>
            </a:r>
            <a:r>
              <a:rPr lang="hu-HU" dirty="0" smtClean="0"/>
              <a:t> </a:t>
            </a:r>
            <a:r>
              <a:rPr lang="hu-HU" i="1" dirty="0" smtClean="0"/>
              <a:t>k </a:t>
            </a:r>
            <a:r>
              <a:rPr lang="hu-HU" dirty="0" smtClean="0"/>
              <a:t>x </a:t>
            </a:r>
            <a:r>
              <a:rPr lang="hu-HU" i="1" dirty="0" smtClean="0"/>
              <a:t>n </a:t>
            </a:r>
            <a:r>
              <a:rPr lang="hu-HU" dirty="0" smtClean="0"/>
              <a:t>output is </a:t>
            </a:r>
            <a:r>
              <a:rPr lang="hu-HU" dirty="0" err="1" smtClean="0"/>
              <a:t>produced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29519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Performance </a:t>
            </a:r>
            <a:r>
              <a:rPr lang="hu-HU" dirty="0" err="1" smtClean="0"/>
              <a:t>Characteristics</a:t>
            </a:r>
            <a:endParaRPr lang="en-GB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hu-HU" dirty="0" err="1" smtClean="0"/>
              <a:t>When</a:t>
            </a:r>
            <a:r>
              <a:rPr lang="hu-HU" dirty="0" smtClean="0"/>
              <a:t> </a:t>
            </a:r>
            <a:r>
              <a:rPr lang="hu-HU" dirty="0" err="1" smtClean="0"/>
              <a:t>trained</a:t>
            </a:r>
            <a:r>
              <a:rPr lang="hu-HU" dirty="0" smtClean="0"/>
              <a:t> </a:t>
            </a:r>
            <a:r>
              <a:rPr lang="hu-HU" dirty="0" err="1" smtClean="0"/>
              <a:t>properly</a:t>
            </a:r>
            <a:r>
              <a:rPr lang="hu-HU" dirty="0" smtClean="0"/>
              <a:t>, </a:t>
            </a:r>
            <a:r>
              <a:rPr lang="hu-HU" dirty="0" err="1" smtClean="0"/>
              <a:t>transformers</a:t>
            </a:r>
            <a:r>
              <a:rPr lang="hu-HU" dirty="0" smtClean="0"/>
              <a:t> </a:t>
            </a:r>
            <a:r>
              <a:rPr lang="hu-HU" dirty="0" err="1" smtClean="0"/>
              <a:t>are</a:t>
            </a:r>
            <a:r>
              <a:rPr lang="hu-HU" dirty="0" smtClean="0"/>
              <a:t> </a:t>
            </a:r>
            <a:r>
              <a:rPr lang="hu-HU" dirty="0" err="1" smtClean="0"/>
              <a:t>very</a:t>
            </a:r>
            <a:r>
              <a:rPr lang="hu-HU" dirty="0" smtClean="0"/>
              <a:t> </a:t>
            </a:r>
            <a:r>
              <a:rPr lang="hu-HU" dirty="0" err="1" smtClean="0"/>
              <a:t>good</a:t>
            </a:r>
            <a:r>
              <a:rPr lang="hu-HU" dirty="0" smtClean="0"/>
              <a:t> </a:t>
            </a:r>
            <a:r>
              <a:rPr lang="hu-HU" dirty="0" err="1" smtClean="0"/>
              <a:t>at</a:t>
            </a:r>
            <a:r>
              <a:rPr lang="hu-HU" dirty="0" smtClean="0"/>
              <a:t> </a:t>
            </a:r>
            <a:r>
              <a:rPr lang="hu-HU" b="1" dirty="0" err="1" smtClean="0"/>
              <a:t>calculating</a:t>
            </a:r>
            <a:r>
              <a:rPr lang="hu-HU" b="1" dirty="0" smtClean="0"/>
              <a:t> </a:t>
            </a:r>
            <a:r>
              <a:rPr lang="hu-HU" b="1" dirty="0" err="1" smtClean="0"/>
              <a:t>useful</a:t>
            </a:r>
            <a:r>
              <a:rPr lang="hu-HU" b="1" dirty="0" smtClean="0"/>
              <a:t> </a:t>
            </a:r>
            <a:r>
              <a:rPr lang="hu-HU" b="1" dirty="0" err="1" smtClean="0"/>
              <a:t>semantic</a:t>
            </a:r>
            <a:r>
              <a:rPr lang="hu-HU" b="1" dirty="0" smtClean="0"/>
              <a:t> </a:t>
            </a:r>
            <a:r>
              <a:rPr lang="hu-HU" b="1" dirty="0" err="1" smtClean="0"/>
              <a:t>representations</a:t>
            </a:r>
            <a:r>
              <a:rPr lang="hu-HU" b="1" dirty="0" smtClean="0"/>
              <a:t> </a:t>
            </a:r>
            <a:r>
              <a:rPr lang="hu-HU" dirty="0" smtClean="0"/>
              <a:t>of text input and </a:t>
            </a:r>
            <a:r>
              <a:rPr lang="hu-HU" dirty="0" err="1" smtClean="0"/>
              <a:t>are</a:t>
            </a:r>
            <a:r>
              <a:rPr lang="hu-HU" dirty="0" smtClean="0"/>
              <a:t> </a:t>
            </a:r>
            <a:r>
              <a:rPr lang="hu-HU" dirty="0" err="1" smtClean="0"/>
              <a:t>thus</a:t>
            </a:r>
            <a:r>
              <a:rPr lang="hu-HU" dirty="0" smtClean="0"/>
              <a:t> </a:t>
            </a:r>
            <a:r>
              <a:rPr lang="hu-HU" dirty="0" err="1" smtClean="0"/>
              <a:t>very</a:t>
            </a:r>
            <a:r>
              <a:rPr lang="hu-HU" dirty="0" smtClean="0"/>
              <a:t> </a:t>
            </a:r>
            <a:r>
              <a:rPr lang="hu-HU" dirty="0" err="1" smtClean="0"/>
              <a:t>useful</a:t>
            </a:r>
            <a:r>
              <a:rPr lang="hu-HU" dirty="0" smtClean="0"/>
              <a:t> </a:t>
            </a:r>
            <a:r>
              <a:rPr lang="hu-HU" dirty="0" err="1" smtClean="0"/>
              <a:t>for</a:t>
            </a:r>
            <a:r>
              <a:rPr lang="hu-HU" dirty="0" smtClean="0"/>
              <a:t> </a:t>
            </a:r>
            <a:r>
              <a:rPr lang="hu-HU" dirty="0" err="1" smtClean="0"/>
              <a:t>all</a:t>
            </a:r>
            <a:r>
              <a:rPr lang="hu-HU" dirty="0" smtClean="0"/>
              <a:t> </a:t>
            </a:r>
            <a:r>
              <a:rPr lang="hu-HU" dirty="0" err="1" smtClean="0"/>
              <a:t>applications</a:t>
            </a:r>
            <a:r>
              <a:rPr lang="hu-HU" dirty="0" smtClean="0"/>
              <a:t> </a:t>
            </a:r>
            <a:r>
              <a:rPr lang="hu-HU" dirty="0" err="1" smtClean="0"/>
              <a:t>that</a:t>
            </a:r>
            <a:r>
              <a:rPr lang="hu-HU" dirty="0" smtClean="0"/>
              <a:t> </a:t>
            </a:r>
            <a:r>
              <a:rPr lang="hu-HU" dirty="0" err="1" smtClean="0"/>
              <a:t>involve</a:t>
            </a:r>
            <a:r>
              <a:rPr lang="hu-HU" dirty="0" smtClean="0"/>
              <a:t> </a:t>
            </a:r>
            <a:r>
              <a:rPr lang="hu-HU" b="1" dirty="0" err="1" smtClean="0"/>
              <a:t>natural</a:t>
            </a:r>
            <a:r>
              <a:rPr lang="hu-HU" b="1" dirty="0" smtClean="0"/>
              <a:t> </a:t>
            </a:r>
            <a:r>
              <a:rPr lang="hu-HU" b="1" dirty="0" err="1" smtClean="0"/>
              <a:t>language</a:t>
            </a:r>
            <a:r>
              <a:rPr lang="hu-HU" b="1" dirty="0" smtClean="0"/>
              <a:t> </a:t>
            </a:r>
            <a:r>
              <a:rPr lang="hu-HU" b="1" dirty="0" err="1" smtClean="0"/>
              <a:t>understanding</a:t>
            </a:r>
            <a:r>
              <a:rPr lang="hu-HU" dirty="0" smtClean="0"/>
              <a:t>.</a:t>
            </a:r>
          </a:p>
          <a:p>
            <a:r>
              <a:rPr lang="hu-HU" dirty="0" err="1" smtClean="0"/>
              <a:t>Applied</a:t>
            </a:r>
            <a:r>
              <a:rPr lang="hu-HU" dirty="0" smtClean="0"/>
              <a:t> </a:t>
            </a:r>
            <a:r>
              <a:rPr lang="hu-HU" dirty="0" err="1" smtClean="0"/>
              <a:t>to</a:t>
            </a:r>
            <a:r>
              <a:rPr lang="hu-HU" dirty="0" smtClean="0"/>
              <a:t> text input, </a:t>
            </a:r>
            <a:r>
              <a:rPr lang="hu-HU" dirty="0" err="1" smtClean="0"/>
              <a:t>transformer-based</a:t>
            </a:r>
            <a:r>
              <a:rPr lang="hu-HU" dirty="0" smtClean="0"/>
              <a:t> </a:t>
            </a:r>
            <a:r>
              <a:rPr lang="hu-HU" dirty="0" err="1" smtClean="0"/>
              <a:t>machine</a:t>
            </a:r>
            <a:r>
              <a:rPr lang="hu-HU" dirty="0" smtClean="0"/>
              <a:t> </a:t>
            </a:r>
            <a:r>
              <a:rPr lang="hu-HU" dirty="0" err="1" smtClean="0"/>
              <a:t>learning</a:t>
            </a:r>
            <a:r>
              <a:rPr lang="hu-HU" dirty="0" smtClean="0"/>
              <a:t> </a:t>
            </a:r>
            <a:r>
              <a:rPr lang="hu-HU" dirty="0" err="1" smtClean="0"/>
              <a:t>applications</a:t>
            </a:r>
            <a:r>
              <a:rPr lang="hu-HU" dirty="0" smtClean="0"/>
              <a:t> </a:t>
            </a:r>
            <a:r>
              <a:rPr lang="hu-HU" dirty="0" err="1" smtClean="0"/>
              <a:t>for</a:t>
            </a:r>
            <a:r>
              <a:rPr lang="hu-HU" dirty="0" smtClean="0"/>
              <a:t> </a:t>
            </a:r>
            <a:r>
              <a:rPr lang="hu-HU" dirty="0" err="1" smtClean="0"/>
              <a:t>NLP</a:t>
            </a:r>
            <a:r>
              <a:rPr lang="hu-HU" dirty="0" smtClean="0"/>
              <a:t> </a:t>
            </a:r>
            <a:r>
              <a:rPr lang="hu-HU" b="1" dirty="0" err="1" smtClean="0"/>
              <a:t>tend</a:t>
            </a:r>
            <a:r>
              <a:rPr lang="hu-HU" b="1" dirty="0" smtClean="0"/>
              <a:t> </a:t>
            </a:r>
            <a:r>
              <a:rPr lang="hu-HU" b="1" dirty="0" err="1" smtClean="0"/>
              <a:t>to</a:t>
            </a:r>
            <a:r>
              <a:rPr lang="hu-HU" b="1" dirty="0" smtClean="0"/>
              <a:t> </a:t>
            </a:r>
            <a:r>
              <a:rPr lang="hu-HU" b="1" dirty="0" err="1" smtClean="0"/>
              <a:t>perform</a:t>
            </a:r>
            <a:r>
              <a:rPr lang="hu-HU" b="1" dirty="0" smtClean="0"/>
              <a:t> </a:t>
            </a:r>
            <a:r>
              <a:rPr lang="hu-HU" b="1" dirty="0" err="1" smtClean="0"/>
              <a:t>much</a:t>
            </a:r>
            <a:r>
              <a:rPr lang="hu-HU" b="1" dirty="0" smtClean="0"/>
              <a:t> more </a:t>
            </a:r>
            <a:r>
              <a:rPr lang="hu-HU" b="1" dirty="0" err="1" smtClean="0"/>
              <a:t>accurately</a:t>
            </a:r>
            <a:r>
              <a:rPr lang="hu-HU" b="1" dirty="0" smtClean="0"/>
              <a:t> </a:t>
            </a:r>
            <a:r>
              <a:rPr lang="hu-HU" b="1" dirty="0" err="1" smtClean="0"/>
              <a:t>than</a:t>
            </a:r>
            <a:r>
              <a:rPr lang="hu-HU" b="1" dirty="0" smtClean="0"/>
              <a:t> </a:t>
            </a:r>
            <a:r>
              <a:rPr lang="hu-HU" b="1" dirty="0" err="1" smtClean="0"/>
              <a:t>other</a:t>
            </a:r>
            <a:r>
              <a:rPr lang="hu-HU" b="1" dirty="0" smtClean="0"/>
              <a:t> </a:t>
            </a:r>
            <a:r>
              <a:rPr lang="hu-HU" b="1" dirty="0" err="1" smtClean="0"/>
              <a:t>solutions</a:t>
            </a:r>
            <a:r>
              <a:rPr lang="hu-HU" dirty="0" smtClean="0"/>
              <a:t>, </a:t>
            </a:r>
            <a:r>
              <a:rPr lang="hu-HU" dirty="0" err="1" smtClean="0"/>
              <a:t>such</a:t>
            </a:r>
            <a:r>
              <a:rPr lang="hu-HU" dirty="0" smtClean="0"/>
              <a:t> </a:t>
            </a:r>
            <a:r>
              <a:rPr lang="hu-HU" dirty="0" err="1" smtClean="0"/>
              <a:t>as</a:t>
            </a:r>
            <a:r>
              <a:rPr lang="hu-HU" dirty="0" smtClean="0"/>
              <a:t> </a:t>
            </a:r>
            <a:r>
              <a:rPr lang="hu-HU" dirty="0" err="1" smtClean="0"/>
              <a:t>traditional</a:t>
            </a:r>
            <a:r>
              <a:rPr lang="hu-HU" dirty="0" smtClean="0"/>
              <a:t> </a:t>
            </a:r>
            <a:r>
              <a:rPr lang="hu-HU" dirty="0" err="1" smtClean="0"/>
              <a:t>machine</a:t>
            </a:r>
            <a:r>
              <a:rPr lang="hu-HU" dirty="0" smtClean="0"/>
              <a:t> </a:t>
            </a:r>
            <a:r>
              <a:rPr lang="hu-HU" dirty="0" err="1" smtClean="0"/>
              <a:t>learning</a:t>
            </a:r>
            <a:r>
              <a:rPr lang="hu-HU" dirty="0" smtClean="0"/>
              <a:t> </a:t>
            </a:r>
            <a:r>
              <a:rPr lang="hu-HU" dirty="0" err="1" smtClean="0"/>
              <a:t>classifiers</a:t>
            </a:r>
            <a:r>
              <a:rPr lang="hu-HU" dirty="0" smtClean="0"/>
              <a:t> </a:t>
            </a:r>
            <a:r>
              <a:rPr lang="hu-HU" dirty="0" err="1" smtClean="0"/>
              <a:t>trained</a:t>
            </a:r>
            <a:r>
              <a:rPr lang="hu-HU" dirty="0" smtClean="0"/>
              <a:t> </a:t>
            </a:r>
            <a:r>
              <a:rPr lang="hu-HU" dirty="0" err="1" smtClean="0"/>
              <a:t>on</a:t>
            </a:r>
            <a:r>
              <a:rPr lang="hu-HU" dirty="0" smtClean="0"/>
              <a:t> </a:t>
            </a:r>
            <a:r>
              <a:rPr lang="hu-HU" dirty="0" err="1" smtClean="0"/>
              <a:t>bag</a:t>
            </a:r>
            <a:r>
              <a:rPr lang="hu-HU" dirty="0" smtClean="0"/>
              <a:t> of </a:t>
            </a:r>
            <a:r>
              <a:rPr lang="hu-HU" dirty="0" err="1" smtClean="0"/>
              <a:t>words</a:t>
            </a:r>
            <a:r>
              <a:rPr lang="hu-HU" dirty="0" smtClean="0"/>
              <a:t> </a:t>
            </a:r>
            <a:r>
              <a:rPr lang="hu-HU" dirty="0" err="1" smtClean="0"/>
              <a:t>or</a:t>
            </a:r>
            <a:r>
              <a:rPr lang="hu-HU" dirty="0" smtClean="0"/>
              <a:t> </a:t>
            </a:r>
            <a:r>
              <a:rPr lang="hu-HU" dirty="0" err="1" smtClean="0"/>
              <a:t>tf-idf</a:t>
            </a:r>
            <a:r>
              <a:rPr lang="hu-HU" dirty="0" smtClean="0"/>
              <a:t> </a:t>
            </a:r>
            <a:r>
              <a:rPr lang="hu-HU" dirty="0" err="1" smtClean="0"/>
              <a:t>vectors</a:t>
            </a:r>
            <a:r>
              <a:rPr lang="hu-HU" dirty="0" smtClean="0"/>
              <a:t> (</a:t>
            </a:r>
            <a:r>
              <a:rPr lang="hu-HU" dirty="0" err="1" smtClean="0"/>
              <a:t>logistic</a:t>
            </a:r>
            <a:r>
              <a:rPr lang="hu-HU" dirty="0" smtClean="0"/>
              <a:t> </a:t>
            </a:r>
            <a:r>
              <a:rPr lang="hu-HU" dirty="0" err="1" smtClean="0"/>
              <a:t>regression</a:t>
            </a:r>
            <a:r>
              <a:rPr lang="hu-HU" dirty="0" smtClean="0"/>
              <a:t>, k </a:t>
            </a:r>
            <a:r>
              <a:rPr lang="hu-HU" dirty="0" err="1" smtClean="0"/>
              <a:t>nearest</a:t>
            </a:r>
            <a:r>
              <a:rPr lang="hu-HU" dirty="0" smtClean="0"/>
              <a:t> </a:t>
            </a:r>
            <a:r>
              <a:rPr lang="hu-HU" dirty="0" err="1" smtClean="0"/>
              <a:t>neighbors</a:t>
            </a:r>
            <a:r>
              <a:rPr lang="hu-HU" dirty="0" smtClean="0"/>
              <a:t>, </a:t>
            </a:r>
            <a:r>
              <a:rPr lang="hu-HU" dirty="0" err="1" smtClean="0"/>
              <a:t>naïve</a:t>
            </a:r>
            <a:r>
              <a:rPr lang="hu-HU" dirty="0" smtClean="0"/>
              <a:t> </a:t>
            </a:r>
            <a:r>
              <a:rPr lang="hu-HU" dirty="0" err="1" smtClean="0"/>
              <a:t>Bayes</a:t>
            </a:r>
            <a:r>
              <a:rPr lang="hu-HU" dirty="0" smtClean="0"/>
              <a:t>, </a:t>
            </a:r>
            <a:r>
              <a:rPr lang="hu-HU" dirty="0" err="1" smtClean="0"/>
              <a:t>support</a:t>
            </a:r>
            <a:r>
              <a:rPr lang="hu-HU" dirty="0" smtClean="0"/>
              <a:t> </a:t>
            </a:r>
            <a:r>
              <a:rPr lang="hu-HU" dirty="0" err="1" smtClean="0"/>
              <a:t>vector</a:t>
            </a:r>
            <a:r>
              <a:rPr lang="hu-HU" dirty="0" smtClean="0"/>
              <a:t> </a:t>
            </a:r>
            <a:r>
              <a:rPr lang="hu-HU" dirty="0" err="1" smtClean="0"/>
              <a:t>machines</a:t>
            </a:r>
            <a:r>
              <a:rPr lang="hu-HU" dirty="0" smtClean="0"/>
              <a:t>, etc.).</a:t>
            </a:r>
          </a:p>
          <a:p>
            <a:pPr lvl="1"/>
            <a:r>
              <a:rPr lang="hu-HU" dirty="0" smtClean="0"/>
              <a:t>A </a:t>
            </a:r>
            <a:r>
              <a:rPr lang="hu-HU" b="1" dirty="0" err="1" smtClean="0"/>
              <a:t>bag</a:t>
            </a:r>
            <a:r>
              <a:rPr lang="hu-HU" b="1" dirty="0" smtClean="0"/>
              <a:t> of </a:t>
            </a:r>
            <a:r>
              <a:rPr lang="hu-HU" b="1" dirty="0" err="1" smtClean="0"/>
              <a:t>words</a:t>
            </a:r>
            <a:r>
              <a:rPr lang="hu-HU" b="1" dirty="0" smtClean="0"/>
              <a:t> </a:t>
            </a:r>
            <a:r>
              <a:rPr lang="hu-HU" dirty="0" smtClean="0"/>
              <a:t>is a </a:t>
            </a:r>
            <a:r>
              <a:rPr lang="hu-HU" dirty="0" err="1" smtClean="0"/>
              <a:t>vector</a:t>
            </a:r>
            <a:r>
              <a:rPr lang="hu-HU" dirty="0" smtClean="0"/>
              <a:t> </a:t>
            </a:r>
            <a:r>
              <a:rPr lang="hu-HU" dirty="0" err="1" smtClean="0"/>
              <a:t>containing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word</a:t>
            </a:r>
            <a:r>
              <a:rPr lang="hu-HU" dirty="0" smtClean="0"/>
              <a:t> </a:t>
            </a:r>
            <a:r>
              <a:rPr lang="hu-HU" dirty="0" err="1" smtClean="0"/>
              <a:t>occurrence</a:t>
            </a:r>
            <a:r>
              <a:rPr lang="hu-HU" dirty="0" smtClean="0"/>
              <a:t> </a:t>
            </a:r>
            <a:r>
              <a:rPr lang="hu-HU" dirty="0" err="1" smtClean="0"/>
              <a:t>counts</a:t>
            </a:r>
            <a:r>
              <a:rPr lang="hu-HU" dirty="0" smtClean="0"/>
              <a:t> </a:t>
            </a:r>
            <a:r>
              <a:rPr lang="hu-HU" dirty="0" err="1" smtClean="0"/>
              <a:t>within</a:t>
            </a:r>
            <a:r>
              <a:rPr lang="hu-HU" dirty="0" smtClean="0"/>
              <a:t> </a:t>
            </a:r>
            <a:r>
              <a:rPr lang="hu-HU" dirty="0" err="1" smtClean="0"/>
              <a:t>a</a:t>
            </a:r>
            <a:r>
              <a:rPr lang="hu-HU" dirty="0" smtClean="0"/>
              <a:t> </a:t>
            </a:r>
            <a:r>
              <a:rPr lang="hu-HU" dirty="0" err="1" smtClean="0"/>
              <a:t>document</a:t>
            </a:r>
            <a:r>
              <a:rPr lang="hu-HU" dirty="0" smtClean="0"/>
              <a:t>.</a:t>
            </a:r>
          </a:p>
          <a:p>
            <a:r>
              <a:rPr lang="hu-HU" dirty="0" err="1" smtClean="0"/>
              <a:t>Transformers</a:t>
            </a:r>
            <a:r>
              <a:rPr lang="hu-HU" dirty="0" smtClean="0"/>
              <a:t> </a:t>
            </a:r>
            <a:r>
              <a:rPr lang="hu-HU" dirty="0" err="1" smtClean="0"/>
              <a:t>can</a:t>
            </a:r>
            <a:r>
              <a:rPr lang="hu-HU" dirty="0" smtClean="0"/>
              <a:t> be </a:t>
            </a:r>
            <a:r>
              <a:rPr lang="hu-HU" b="1" dirty="0" err="1" smtClean="0"/>
              <a:t>parallelised</a:t>
            </a:r>
            <a:r>
              <a:rPr lang="hu-HU" b="1" dirty="0" smtClean="0"/>
              <a:t> </a:t>
            </a:r>
            <a:r>
              <a:rPr lang="hu-HU" dirty="0" err="1" smtClean="0"/>
              <a:t>very</a:t>
            </a:r>
            <a:r>
              <a:rPr lang="hu-HU" dirty="0" smtClean="0"/>
              <a:t> </a:t>
            </a:r>
            <a:r>
              <a:rPr lang="hu-HU" dirty="0" err="1" smtClean="0"/>
              <a:t>well</a:t>
            </a:r>
            <a:r>
              <a:rPr lang="hu-HU" dirty="0" smtClean="0"/>
              <a:t> </a:t>
            </a:r>
            <a:r>
              <a:rPr lang="hu-HU" dirty="0" err="1" smtClean="0"/>
              <a:t>on</a:t>
            </a:r>
            <a:r>
              <a:rPr lang="hu-HU" dirty="0" smtClean="0"/>
              <a:t> </a:t>
            </a:r>
            <a:r>
              <a:rPr lang="hu-HU" dirty="0" err="1" smtClean="0"/>
              <a:t>multiprocessor</a:t>
            </a:r>
            <a:r>
              <a:rPr lang="hu-HU" dirty="0" smtClean="0"/>
              <a:t> </a:t>
            </a:r>
            <a:r>
              <a:rPr lang="hu-HU" dirty="0" err="1" smtClean="0"/>
              <a:t>machines</a:t>
            </a:r>
            <a:r>
              <a:rPr lang="hu-HU" dirty="0" smtClean="0"/>
              <a:t>, </a:t>
            </a:r>
            <a:r>
              <a:rPr lang="hu-HU" dirty="0" err="1" smtClean="0"/>
              <a:t>especially</a:t>
            </a:r>
            <a:r>
              <a:rPr lang="hu-HU" dirty="0" smtClean="0"/>
              <a:t> </a:t>
            </a:r>
            <a:r>
              <a:rPr lang="hu-HU" b="1" dirty="0" err="1" smtClean="0"/>
              <a:t>GPUs</a:t>
            </a:r>
            <a:r>
              <a:rPr lang="hu-HU" dirty="0" smtClean="0"/>
              <a:t>.</a:t>
            </a:r>
          </a:p>
          <a:p>
            <a:r>
              <a:rPr lang="hu-HU" dirty="0" err="1" smtClean="0"/>
              <a:t>They</a:t>
            </a:r>
            <a:r>
              <a:rPr lang="hu-HU" dirty="0" smtClean="0"/>
              <a:t> </a:t>
            </a:r>
            <a:r>
              <a:rPr lang="hu-HU" dirty="0" err="1" smtClean="0"/>
              <a:t>scale</a:t>
            </a:r>
            <a:r>
              <a:rPr lang="hu-HU" dirty="0" smtClean="0"/>
              <a:t> </a:t>
            </a:r>
            <a:r>
              <a:rPr lang="hu-HU" dirty="0" err="1" smtClean="0"/>
              <a:t>very</a:t>
            </a:r>
            <a:r>
              <a:rPr lang="hu-HU" dirty="0" smtClean="0"/>
              <a:t> </a:t>
            </a:r>
            <a:r>
              <a:rPr lang="hu-HU" dirty="0" err="1" smtClean="0"/>
              <a:t>well</a:t>
            </a:r>
            <a:r>
              <a:rPr lang="hu-HU" dirty="0" smtClean="0"/>
              <a:t> </a:t>
            </a:r>
            <a:r>
              <a:rPr lang="hu-HU" dirty="0" err="1" smtClean="0"/>
              <a:t>with</a:t>
            </a:r>
            <a:r>
              <a:rPr lang="hu-HU" dirty="0" smtClean="0"/>
              <a:t> </a:t>
            </a:r>
            <a:r>
              <a:rPr lang="hu-HU" dirty="0" err="1" smtClean="0"/>
              <a:t>amount</a:t>
            </a:r>
            <a:r>
              <a:rPr lang="hu-HU" dirty="0" smtClean="0"/>
              <a:t> of </a:t>
            </a:r>
            <a:r>
              <a:rPr lang="hu-HU" dirty="0" err="1" smtClean="0"/>
              <a:t>training</a:t>
            </a:r>
            <a:r>
              <a:rPr lang="hu-HU" dirty="0" smtClean="0"/>
              <a:t> </a:t>
            </a:r>
            <a:r>
              <a:rPr lang="hu-HU" dirty="0" err="1" smtClean="0"/>
              <a:t>data</a:t>
            </a:r>
            <a:r>
              <a:rPr lang="hu-HU" dirty="0" smtClean="0"/>
              <a:t>.</a:t>
            </a:r>
          </a:p>
          <a:p>
            <a:pPr lvl="1"/>
            <a:r>
              <a:rPr lang="hu-HU" dirty="0" err="1" smtClean="0"/>
              <a:t>Training</a:t>
            </a:r>
            <a:r>
              <a:rPr lang="hu-HU" dirty="0" smtClean="0"/>
              <a:t> </a:t>
            </a:r>
            <a:r>
              <a:rPr lang="hu-HU" dirty="0" err="1" smtClean="0"/>
              <a:t>time</a:t>
            </a:r>
            <a:r>
              <a:rPr lang="hu-HU" dirty="0" smtClean="0"/>
              <a:t> </a:t>
            </a:r>
            <a:r>
              <a:rPr lang="hu-HU" dirty="0" err="1" smtClean="0"/>
              <a:t>increases</a:t>
            </a:r>
            <a:r>
              <a:rPr lang="hu-HU" dirty="0" smtClean="0"/>
              <a:t> </a:t>
            </a:r>
            <a:r>
              <a:rPr lang="hu-HU" dirty="0" err="1" smtClean="0"/>
              <a:t>linearly</a:t>
            </a:r>
            <a:r>
              <a:rPr lang="hu-HU" dirty="0" smtClean="0"/>
              <a:t> </a:t>
            </a:r>
            <a:r>
              <a:rPr lang="hu-HU" dirty="0" err="1" smtClean="0"/>
              <a:t>with</a:t>
            </a:r>
            <a:r>
              <a:rPr lang="hu-HU" dirty="0" smtClean="0"/>
              <a:t> </a:t>
            </a:r>
            <a:r>
              <a:rPr lang="hu-HU" dirty="0" err="1" smtClean="0"/>
              <a:t>amount</a:t>
            </a:r>
            <a:r>
              <a:rPr lang="hu-HU" dirty="0" smtClean="0"/>
              <a:t> of </a:t>
            </a:r>
            <a:r>
              <a:rPr lang="hu-HU" dirty="0" err="1" smtClean="0"/>
              <a:t>training</a:t>
            </a:r>
            <a:r>
              <a:rPr lang="hu-HU" dirty="0" smtClean="0"/>
              <a:t> </a:t>
            </a:r>
            <a:r>
              <a:rPr lang="hu-HU" dirty="0" err="1" smtClean="0"/>
              <a:t>data</a:t>
            </a:r>
            <a:r>
              <a:rPr lang="hu-HU" dirty="0" smtClean="0"/>
              <a:t>.</a:t>
            </a:r>
          </a:p>
          <a:p>
            <a:pPr lvl="1"/>
            <a:r>
              <a:rPr lang="hu-HU" dirty="0" err="1" smtClean="0"/>
              <a:t>Training</a:t>
            </a:r>
            <a:r>
              <a:rPr lang="hu-HU" dirty="0" smtClean="0"/>
              <a:t> </a:t>
            </a:r>
            <a:r>
              <a:rPr lang="hu-HU" dirty="0" err="1" smtClean="0"/>
              <a:t>on</a:t>
            </a:r>
            <a:r>
              <a:rPr lang="hu-HU" dirty="0" smtClean="0"/>
              <a:t> a </a:t>
            </a:r>
            <a:r>
              <a:rPr lang="hu-HU" dirty="0" err="1" smtClean="0"/>
              <a:t>lot</a:t>
            </a:r>
            <a:r>
              <a:rPr lang="hu-HU" dirty="0" smtClean="0"/>
              <a:t> of </a:t>
            </a:r>
            <a:r>
              <a:rPr lang="hu-HU" dirty="0" err="1" smtClean="0"/>
              <a:t>data</a:t>
            </a:r>
            <a:r>
              <a:rPr lang="hu-HU" dirty="0" smtClean="0"/>
              <a:t> </a:t>
            </a:r>
            <a:r>
              <a:rPr lang="hu-HU" dirty="0" err="1" smtClean="0"/>
              <a:t>increases</a:t>
            </a:r>
            <a:r>
              <a:rPr lang="hu-HU" dirty="0" smtClean="0"/>
              <a:t> </a:t>
            </a:r>
            <a:r>
              <a:rPr lang="hu-HU" dirty="0" err="1" smtClean="0"/>
              <a:t>prediction</a:t>
            </a:r>
            <a:r>
              <a:rPr lang="hu-HU" dirty="0" smtClean="0"/>
              <a:t> </a:t>
            </a:r>
            <a:r>
              <a:rPr lang="hu-HU" dirty="0" err="1" smtClean="0"/>
              <a:t>accuracy</a:t>
            </a:r>
            <a:r>
              <a:rPr lang="hu-HU" dirty="0" smtClean="0"/>
              <a:t> </a:t>
            </a:r>
            <a:r>
              <a:rPr lang="hu-HU" dirty="0" err="1" smtClean="0"/>
              <a:t>considerably</a:t>
            </a:r>
            <a:r>
              <a:rPr lang="hu-HU" dirty="0" smtClean="0"/>
              <a:t>.</a:t>
            </a:r>
          </a:p>
          <a:p>
            <a:r>
              <a:rPr lang="hu-HU" dirty="0" err="1" smtClean="0"/>
              <a:t>However</a:t>
            </a:r>
            <a:r>
              <a:rPr lang="hu-HU" dirty="0" smtClean="0"/>
              <a:t>, </a:t>
            </a:r>
            <a:r>
              <a:rPr lang="hu-HU" dirty="0" err="1" smtClean="0"/>
              <a:t>transformer</a:t>
            </a:r>
            <a:r>
              <a:rPr lang="hu-HU" dirty="0" smtClean="0"/>
              <a:t> </a:t>
            </a:r>
            <a:r>
              <a:rPr lang="hu-HU" dirty="0" err="1" smtClean="0"/>
              <a:t>networks</a:t>
            </a:r>
            <a:r>
              <a:rPr lang="hu-HU" dirty="0" smtClean="0"/>
              <a:t> </a:t>
            </a:r>
            <a:r>
              <a:rPr lang="hu-HU" dirty="0" err="1" smtClean="0"/>
              <a:t>are</a:t>
            </a:r>
            <a:r>
              <a:rPr lang="hu-HU" dirty="0" smtClean="0"/>
              <a:t> </a:t>
            </a:r>
            <a:r>
              <a:rPr lang="hu-HU" dirty="0" err="1" smtClean="0"/>
              <a:t>huge</a:t>
            </a:r>
            <a:r>
              <a:rPr lang="hu-HU" dirty="0" smtClean="0"/>
              <a:t> and </a:t>
            </a:r>
            <a:r>
              <a:rPr lang="hu-HU" dirty="0" err="1" smtClean="0"/>
              <a:t>very</a:t>
            </a:r>
            <a:r>
              <a:rPr lang="hu-HU" dirty="0" smtClean="0"/>
              <a:t> </a:t>
            </a:r>
            <a:r>
              <a:rPr lang="hu-HU" dirty="0" err="1" smtClean="0"/>
              <a:t>costly</a:t>
            </a:r>
            <a:r>
              <a:rPr lang="hu-HU" dirty="0" smtClean="0"/>
              <a:t> </a:t>
            </a:r>
            <a:r>
              <a:rPr lang="hu-HU" dirty="0" err="1" smtClean="0"/>
              <a:t>in</a:t>
            </a:r>
            <a:r>
              <a:rPr lang="hu-HU" dirty="0" smtClean="0"/>
              <a:t> </a:t>
            </a:r>
            <a:r>
              <a:rPr lang="hu-HU" dirty="0" err="1" smtClean="0"/>
              <a:t>terms</a:t>
            </a:r>
            <a:r>
              <a:rPr lang="hu-HU" dirty="0" smtClean="0"/>
              <a:t> of </a:t>
            </a:r>
            <a:r>
              <a:rPr lang="hu-HU" dirty="0" err="1" smtClean="0"/>
              <a:t>computation</a:t>
            </a:r>
            <a:r>
              <a:rPr lang="hu-HU" dirty="0" smtClean="0"/>
              <a:t>.</a:t>
            </a:r>
          </a:p>
          <a:p>
            <a:r>
              <a:rPr lang="hu-HU" dirty="0" err="1" smtClean="0"/>
              <a:t>Training</a:t>
            </a:r>
            <a:r>
              <a:rPr lang="hu-HU" dirty="0" smtClean="0"/>
              <a:t> </a:t>
            </a:r>
            <a:r>
              <a:rPr lang="hu-HU" dirty="0" err="1" smtClean="0"/>
              <a:t>even</a:t>
            </a:r>
            <a:r>
              <a:rPr lang="hu-HU" dirty="0" smtClean="0"/>
              <a:t> a </a:t>
            </a:r>
            <a:r>
              <a:rPr lang="hu-HU" dirty="0" err="1" smtClean="0"/>
              <a:t>relatively</a:t>
            </a:r>
            <a:r>
              <a:rPr lang="hu-HU" dirty="0" smtClean="0"/>
              <a:t> </a:t>
            </a:r>
            <a:r>
              <a:rPr lang="hu-HU" dirty="0" err="1" smtClean="0"/>
              <a:t>small</a:t>
            </a:r>
            <a:r>
              <a:rPr lang="hu-HU" dirty="0" smtClean="0"/>
              <a:t> </a:t>
            </a:r>
            <a:r>
              <a:rPr lang="hu-HU" dirty="0" err="1" smtClean="0"/>
              <a:t>transformer</a:t>
            </a:r>
            <a:r>
              <a:rPr lang="hu-HU" dirty="0" smtClean="0"/>
              <a:t> </a:t>
            </a:r>
            <a:r>
              <a:rPr lang="hu-HU" dirty="0" err="1" smtClean="0"/>
              <a:t>network</a:t>
            </a:r>
            <a:r>
              <a:rPr lang="hu-HU" dirty="0" smtClean="0"/>
              <a:t> </a:t>
            </a:r>
            <a:r>
              <a:rPr lang="hu-HU" dirty="0" err="1" smtClean="0"/>
              <a:t>on</a:t>
            </a:r>
            <a:r>
              <a:rPr lang="hu-HU" dirty="0" smtClean="0"/>
              <a:t> </a:t>
            </a:r>
            <a:r>
              <a:rPr lang="hu-HU" dirty="0" err="1" smtClean="0"/>
              <a:t>a</a:t>
            </a:r>
            <a:r>
              <a:rPr lang="hu-HU" dirty="0" smtClean="0"/>
              <a:t> corpus of limited </a:t>
            </a:r>
            <a:r>
              <a:rPr lang="hu-HU" dirty="0" err="1" smtClean="0"/>
              <a:t>size</a:t>
            </a:r>
            <a:r>
              <a:rPr lang="hu-HU" dirty="0" smtClean="0"/>
              <a:t> (a </a:t>
            </a:r>
            <a:r>
              <a:rPr lang="hu-HU" dirty="0" err="1" smtClean="0"/>
              <a:t>few</a:t>
            </a:r>
            <a:r>
              <a:rPr lang="hu-HU" dirty="0" smtClean="0"/>
              <a:t> </a:t>
            </a:r>
            <a:r>
              <a:rPr lang="hu-HU" dirty="0" err="1" smtClean="0"/>
              <a:t>billion</a:t>
            </a:r>
            <a:r>
              <a:rPr lang="hu-HU" dirty="0" smtClean="0"/>
              <a:t> </a:t>
            </a:r>
            <a:r>
              <a:rPr lang="hu-HU" dirty="0" err="1" smtClean="0"/>
              <a:t>tokens</a:t>
            </a:r>
            <a:r>
              <a:rPr lang="hu-HU" dirty="0" smtClean="0"/>
              <a:t>) </a:t>
            </a:r>
            <a:r>
              <a:rPr lang="hu-HU" dirty="0" err="1" smtClean="0"/>
              <a:t>takes</a:t>
            </a:r>
            <a:r>
              <a:rPr lang="hu-HU" dirty="0" smtClean="0"/>
              <a:t> </a:t>
            </a:r>
            <a:r>
              <a:rPr lang="hu-HU" dirty="0" err="1" smtClean="0"/>
              <a:t>weeks</a:t>
            </a:r>
            <a:r>
              <a:rPr lang="hu-HU" dirty="0" smtClean="0"/>
              <a:t> </a:t>
            </a:r>
            <a:r>
              <a:rPr lang="hu-HU" dirty="0" err="1" smtClean="0"/>
              <a:t>on</a:t>
            </a:r>
            <a:r>
              <a:rPr lang="hu-HU" dirty="0" smtClean="0"/>
              <a:t> a </a:t>
            </a:r>
            <a:r>
              <a:rPr lang="hu-HU" dirty="0" err="1" smtClean="0"/>
              <a:t>single</a:t>
            </a:r>
            <a:r>
              <a:rPr lang="hu-HU" dirty="0" smtClean="0"/>
              <a:t> </a:t>
            </a:r>
            <a:r>
              <a:rPr lang="hu-HU" dirty="0" err="1" smtClean="0"/>
              <a:t>desktop</a:t>
            </a:r>
            <a:r>
              <a:rPr lang="hu-HU" dirty="0" smtClean="0"/>
              <a:t> </a:t>
            </a:r>
            <a:r>
              <a:rPr lang="hu-HU" dirty="0" err="1" smtClean="0"/>
              <a:t>GPU</a:t>
            </a:r>
            <a:r>
              <a:rPr lang="hu-HU" dirty="0" smtClean="0"/>
              <a:t>.</a:t>
            </a:r>
          </a:p>
          <a:p>
            <a:r>
              <a:rPr lang="hu-HU" dirty="0" err="1" smtClean="0"/>
              <a:t>Therefore</a:t>
            </a:r>
            <a:r>
              <a:rPr lang="hu-HU" dirty="0" smtClean="0"/>
              <a:t>, </a:t>
            </a:r>
            <a:r>
              <a:rPr lang="hu-HU" b="1" dirty="0" err="1" smtClean="0"/>
              <a:t>transfer</a:t>
            </a:r>
            <a:r>
              <a:rPr lang="hu-HU" b="1" dirty="0" smtClean="0"/>
              <a:t> </a:t>
            </a:r>
            <a:r>
              <a:rPr lang="hu-HU" b="1" dirty="0" err="1" smtClean="0"/>
              <a:t>learning</a:t>
            </a:r>
            <a:r>
              <a:rPr lang="hu-HU" b="1" dirty="0" smtClean="0"/>
              <a:t> </a:t>
            </a:r>
            <a:r>
              <a:rPr lang="hu-HU" dirty="0" smtClean="0"/>
              <a:t>is </a:t>
            </a:r>
            <a:r>
              <a:rPr lang="hu-HU" dirty="0" err="1" smtClean="0"/>
              <a:t>crucial</a:t>
            </a:r>
            <a:r>
              <a:rPr lang="hu-HU" dirty="0" smtClean="0"/>
              <a:t> </a:t>
            </a:r>
            <a:r>
              <a:rPr lang="hu-HU" dirty="0" err="1" smtClean="0"/>
              <a:t>when</a:t>
            </a:r>
            <a:r>
              <a:rPr lang="hu-HU" dirty="0" smtClean="0"/>
              <a:t> </a:t>
            </a:r>
            <a:r>
              <a:rPr lang="hu-HU" dirty="0" err="1" smtClean="0"/>
              <a:t>working</a:t>
            </a:r>
            <a:r>
              <a:rPr lang="hu-HU" dirty="0" smtClean="0"/>
              <a:t> </a:t>
            </a:r>
            <a:r>
              <a:rPr lang="hu-HU" dirty="0" err="1" smtClean="0"/>
              <a:t>with</a:t>
            </a:r>
            <a:r>
              <a:rPr lang="hu-HU" dirty="0" smtClean="0"/>
              <a:t> </a:t>
            </a:r>
            <a:r>
              <a:rPr lang="hu-HU" dirty="0" err="1" smtClean="0"/>
              <a:t>transformers</a:t>
            </a:r>
            <a:r>
              <a:rPr lang="hu-HU" dirty="0" smtClean="0"/>
              <a:t>.</a:t>
            </a:r>
          </a:p>
          <a:p>
            <a:pPr lvl="1"/>
            <a:r>
              <a:rPr lang="hu-HU" dirty="0" err="1" smtClean="0"/>
              <a:t>Transformers</a:t>
            </a:r>
            <a:r>
              <a:rPr lang="hu-HU" dirty="0" smtClean="0"/>
              <a:t> </a:t>
            </a:r>
            <a:r>
              <a:rPr lang="hu-HU" dirty="0" err="1" smtClean="0"/>
              <a:t>are</a:t>
            </a:r>
            <a:r>
              <a:rPr lang="hu-HU" dirty="0" smtClean="0"/>
              <a:t> </a:t>
            </a:r>
            <a:r>
              <a:rPr lang="hu-HU" b="1" dirty="0" err="1" smtClean="0"/>
              <a:t>pre-trained</a:t>
            </a:r>
            <a:r>
              <a:rPr lang="hu-HU" b="1" dirty="0" smtClean="0"/>
              <a:t> </a:t>
            </a:r>
            <a:r>
              <a:rPr lang="hu-HU" b="1" dirty="0" err="1" smtClean="0"/>
              <a:t>on</a:t>
            </a:r>
            <a:r>
              <a:rPr lang="hu-HU" b="1" dirty="0" smtClean="0"/>
              <a:t> a </a:t>
            </a:r>
            <a:r>
              <a:rPr lang="hu-HU" b="1" dirty="0" err="1" smtClean="0"/>
              <a:t>large</a:t>
            </a:r>
            <a:r>
              <a:rPr lang="hu-HU" b="1" dirty="0" smtClean="0"/>
              <a:t> corpus </a:t>
            </a:r>
            <a:r>
              <a:rPr lang="hu-HU" dirty="0" smtClean="0"/>
              <a:t>(</a:t>
            </a:r>
            <a:r>
              <a:rPr lang="hu-HU" dirty="0" err="1" smtClean="0"/>
              <a:t>billions</a:t>
            </a:r>
            <a:r>
              <a:rPr lang="hu-HU" dirty="0" smtClean="0"/>
              <a:t> of </a:t>
            </a:r>
            <a:r>
              <a:rPr lang="hu-HU" dirty="0" err="1" smtClean="0"/>
              <a:t>tokens</a:t>
            </a:r>
            <a:r>
              <a:rPr lang="hu-HU" dirty="0" smtClean="0"/>
              <a:t>)</a:t>
            </a:r>
            <a:r>
              <a:rPr lang="hu-HU" b="1" dirty="0" smtClean="0"/>
              <a:t> </a:t>
            </a:r>
            <a:r>
              <a:rPr lang="hu-HU" dirty="0" err="1" smtClean="0"/>
              <a:t>for</a:t>
            </a:r>
            <a:r>
              <a:rPr lang="hu-HU" dirty="0" smtClean="0"/>
              <a:t> a </a:t>
            </a:r>
            <a:r>
              <a:rPr lang="hu-HU" dirty="0" err="1" smtClean="0"/>
              <a:t>general</a:t>
            </a:r>
            <a:r>
              <a:rPr lang="hu-HU" dirty="0" smtClean="0"/>
              <a:t> </a:t>
            </a:r>
            <a:r>
              <a:rPr lang="hu-HU" dirty="0" err="1" smtClean="0"/>
              <a:t>task</a:t>
            </a:r>
            <a:r>
              <a:rPr lang="hu-HU" dirty="0" smtClean="0"/>
              <a:t>, </a:t>
            </a:r>
            <a:r>
              <a:rPr lang="hu-HU" dirty="0" err="1" smtClean="0"/>
              <a:t>typically</a:t>
            </a:r>
            <a:r>
              <a:rPr lang="hu-HU" dirty="0" smtClean="0"/>
              <a:t> </a:t>
            </a:r>
            <a:r>
              <a:rPr lang="hu-HU" dirty="0" err="1" smtClean="0"/>
              <a:t>token</a:t>
            </a:r>
            <a:r>
              <a:rPr lang="hu-HU" dirty="0" smtClean="0"/>
              <a:t> </a:t>
            </a:r>
            <a:r>
              <a:rPr lang="hu-HU" dirty="0" err="1" smtClean="0"/>
              <a:t>prediction</a:t>
            </a:r>
            <a:r>
              <a:rPr lang="hu-HU" dirty="0" smtClean="0"/>
              <a:t> (</a:t>
            </a:r>
            <a:r>
              <a:rPr lang="hu-HU" dirty="0" err="1" smtClean="0"/>
              <a:t>language</a:t>
            </a:r>
            <a:r>
              <a:rPr lang="hu-HU" dirty="0" smtClean="0"/>
              <a:t> modelling); </a:t>
            </a:r>
            <a:r>
              <a:rPr lang="hu-HU" dirty="0" err="1" smtClean="0"/>
              <a:t>pre-training</a:t>
            </a:r>
            <a:r>
              <a:rPr lang="hu-HU" dirty="0" smtClean="0"/>
              <a:t> </a:t>
            </a:r>
            <a:r>
              <a:rPr lang="hu-HU" dirty="0" err="1" smtClean="0"/>
              <a:t>takes</a:t>
            </a:r>
            <a:r>
              <a:rPr lang="hu-HU" dirty="0" smtClean="0"/>
              <a:t> </a:t>
            </a:r>
            <a:r>
              <a:rPr lang="hu-HU" dirty="0" err="1" smtClean="0"/>
              <a:t>weeks</a:t>
            </a:r>
            <a:r>
              <a:rPr lang="hu-HU" dirty="0" smtClean="0"/>
              <a:t>.</a:t>
            </a:r>
          </a:p>
          <a:p>
            <a:pPr lvl="1"/>
            <a:r>
              <a:rPr lang="hu-HU" dirty="0" err="1" smtClean="0"/>
              <a:t>This</a:t>
            </a:r>
            <a:r>
              <a:rPr lang="hu-HU" dirty="0" smtClean="0"/>
              <a:t> </a:t>
            </a:r>
            <a:r>
              <a:rPr lang="hu-HU" dirty="0" err="1" smtClean="0"/>
              <a:t>pre-trained</a:t>
            </a:r>
            <a:r>
              <a:rPr lang="hu-HU" dirty="0" smtClean="0"/>
              <a:t> </a:t>
            </a:r>
            <a:r>
              <a:rPr lang="hu-HU" dirty="0" err="1" smtClean="0"/>
              <a:t>network</a:t>
            </a:r>
            <a:r>
              <a:rPr lang="hu-HU" dirty="0" smtClean="0"/>
              <a:t> is </a:t>
            </a:r>
            <a:r>
              <a:rPr lang="hu-HU" dirty="0" err="1" smtClean="0"/>
              <a:t>by</a:t>
            </a:r>
            <a:r>
              <a:rPr lang="hu-HU" dirty="0" smtClean="0"/>
              <a:t> </a:t>
            </a:r>
            <a:r>
              <a:rPr lang="hu-HU" dirty="0" err="1" smtClean="0"/>
              <a:t>itself</a:t>
            </a:r>
            <a:r>
              <a:rPr lang="hu-HU" dirty="0" smtClean="0"/>
              <a:t> </a:t>
            </a:r>
            <a:r>
              <a:rPr lang="hu-HU" b="1" dirty="0" err="1" smtClean="0"/>
              <a:t>incapable</a:t>
            </a:r>
            <a:r>
              <a:rPr lang="hu-HU" b="1" dirty="0" smtClean="0"/>
              <a:t> of </a:t>
            </a:r>
            <a:r>
              <a:rPr lang="hu-HU" b="1" dirty="0" err="1" smtClean="0"/>
              <a:t>performing</a:t>
            </a:r>
            <a:r>
              <a:rPr lang="hu-HU" b="1" dirty="0" smtClean="0"/>
              <a:t> </a:t>
            </a:r>
            <a:r>
              <a:rPr lang="hu-HU" b="1" dirty="0" err="1" smtClean="0"/>
              <a:t>specific</a:t>
            </a:r>
            <a:r>
              <a:rPr lang="hu-HU" b="1" dirty="0" smtClean="0"/>
              <a:t> </a:t>
            </a:r>
            <a:r>
              <a:rPr lang="hu-HU" b="1" dirty="0" err="1" smtClean="0"/>
              <a:t>NLP</a:t>
            </a:r>
            <a:r>
              <a:rPr lang="hu-HU" b="1" dirty="0" smtClean="0"/>
              <a:t> </a:t>
            </a:r>
            <a:r>
              <a:rPr lang="hu-HU" b="1" dirty="0" err="1" smtClean="0"/>
              <a:t>tasks</a:t>
            </a:r>
            <a:r>
              <a:rPr lang="hu-HU" b="1" dirty="0" smtClean="0"/>
              <a:t> </a:t>
            </a:r>
            <a:r>
              <a:rPr lang="hu-HU" dirty="0" err="1" smtClean="0"/>
              <a:t>such</a:t>
            </a:r>
            <a:r>
              <a:rPr lang="hu-HU" dirty="0" smtClean="0"/>
              <a:t> </a:t>
            </a:r>
            <a:r>
              <a:rPr lang="hu-HU" dirty="0" err="1" smtClean="0"/>
              <a:t>as</a:t>
            </a:r>
            <a:r>
              <a:rPr lang="hu-HU" dirty="0" smtClean="0"/>
              <a:t> </a:t>
            </a:r>
            <a:r>
              <a:rPr lang="hu-HU" dirty="0" err="1" smtClean="0"/>
              <a:t>classification</a:t>
            </a:r>
            <a:r>
              <a:rPr lang="hu-HU" dirty="0" smtClean="0"/>
              <a:t>.</a:t>
            </a:r>
          </a:p>
          <a:p>
            <a:pPr lvl="1"/>
            <a:r>
              <a:rPr lang="hu-HU" dirty="0" err="1" smtClean="0"/>
              <a:t>But</a:t>
            </a:r>
            <a:r>
              <a:rPr lang="hu-HU" dirty="0" smtClean="0"/>
              <a:t> </a:t>
            </a:r>
            <a:r>
              <a:rPr lang="hu-HU" dirty="0" err="1" smtClean="0"/>
              <a:t>it</a:t>
            </a:r>
            <a:r>
              <a:rPr lang="hu-HU" dirty="0" smtClean="0"/>
              <a:t> </a:t>
            </a:r>
            <a:r>
              <a:rPr lang="hu-HU" dirty="0" err="1" smtClean="0"/>
              <a:t>can</a:t>
            </a:r>
            <a:r>
              <a:rPr lang="hu-HU" dirty="0" smtClean="0"/>
              <a:t> be </a:t>
            </a:r>
            <a:r>
              <a:rPr lang="hu-HU" b="1" dirty="0" err="1" smtClean="0"/>
              <a:t>fine-tuned</a:t>
            </a:r>
            <a:r>
              <a:rPr lang="hu-HU" b="1" dirty="0" smtClean="0"/>
              <a:t> </a:t>
            </a:r>
            <a:r>
              <a:rPr lang="hu-HU" b="1" dirty="0" err="1" smtClean="0"/>
              <a:t>for</a:t>
            </a:r>
            <a:r>
              <a:rPr lang="hu-HU" b="1" dirty="0" smtClean="0"/>
              <a:t> </a:t>
            </a:r>
            <a:r>
              <a:rPr lang="hu-HU" b="1" dirty="0" err="1" smtClean="0"/>
              <a:t>many</a:t>
            </a:r>
            <a:r>
              <a:rPr lang="hu-HU" b="1" dirty="0" smtClean="0"/>
              <a:t> </a:t>
            </a:r>
            <a:r>
              <a:rPr lang="hu-HU" b="1" dirty="0" err="1" smtClean="0"/>
              <a:t>specific</a:t>
            </a:r>
            <a:r>
              <a:rPr lang="hu-HU" b="1" dirty="0" smtClean="0"/>
              <a:t> </a:t>
            </a:r>
            <a:r>
              <a:rPr lang="hu-HU" b="1" dirty="0" err="1" smtClean="0"/>
              <a:t>tasks</a:t>
            </a:r>
            <a:r>
              <a:rPr lang="hu-HU" b="1" dirty="0" smtClean="0"/>
              <a:t> </a:t>
            </a:r>
            <a:r>
              <a:rPr lang="hu-HU" dirty="0" err="1" smtClean="0"/>
              <a:t>on</a:t>
            </a:r>
            <a:r>
              <a:rPr lang="hu-HU" dirty="0" smtClean="0"/>
              <a:t> </a:t>
            </a:r>
            <a:r>
              <a:rPr lang="hu-HU" dirty="0" err="1" smtClean="0"/>
              <a:t>very</a:t>
            </a:r>
            <a:r>
              <a:rPr lang="hu-HU" dirty="0" smtClean="0"/>
              <a:t> limited </a:t>
            </a:r>
            <a:r>
              <a:rPr lang="hu-HU" dirty="0" err="1" smtClean="0"/>
              <a:t>amounts</a:t>
            </a:r>
            <a:r>
              <a:rPr lang="hu-HU" dirty="0" smtClean="0"/>
              <a:t> of </a:t>
            </a:r>
            <a:r>
              <a:rPr lang="hu-HU" dirty="0" err="1" smtClean="0"/>
              <a:t>data</a:t>
            </a:r>
            <a:r>
              <a:rPr lang="hu-HU" dirty="0" smtClean="0"/>
              <a:t> (a </a:t>
            </a:r>
            <a:r>
              <a:rPr lang="hu-HU" dirty="0" err="1" smtClean="0"/>
              <a:t>few</a:t>
            </a:r>
            <a:r>
              <a:rPr lang="hu-HU" dirty="0" smtClean="0"/>
              <a:t> </a:t>
            </a:r>
            <a:r>
              <a:rPr lang="hu-HU" dirty="0" err="1" smtClean="0"/>
              <a:t>thousand</a:t>
            </a:r>
            <a:r>
              <a:rPr lang="hu-HU" dirty="0" smtClean="0"/>
              <a:t>, </a:t>
            </a:r>
            <a:r>
              <a:rPr lang="hu-HU" dirty="0" err="1" smtClean="0"/>
              <a:t>tens</a:t>
            </a:r>
            <a:r>
              <a:rPr lang="hu-HU" dirty="0" smtClean="0"/>
              <a:t> of </a:t>
            </a:r>
            <a:r>
              <a:rPr lang="hu-HU" dirty="0" err="1" smtClean="0"/>
              <a:t>thousands</a:t>
            </a:r>
            <a:r>
              <a:rPr lang="hu-HU" dirty="0" smtClean="0"/>
              <a:t>, etc. </a:t>
            </a:r>
            <a:r>
              <a:rPr lang="hu-HU" dirty="0" err="1" smtClean="0"/>
              <a:t>training</a:t>
            </a:r>
            <a:r>
              <a:rPr lang="hu-HU" dirty="0" smtClean="0"/>
              <a:t> </a:t>
            </a:r>
            <a:r>
              <a:rPr lang="hu-HU" dirty="0" err="1" smtClean="0"/>
              <a:t>examples</a:t>
            </a:r>
            <a:r>
              <a:rPr lang="hu-HU" dirty="0" smtClean="0"/>
              <a:t>), </a:t>
            </a:r>
            <a:r>
              <a:rPr lang="hu-HU" dirty="0" err="1" smtClean="0"/>
              <a:t>resulting</a:t>
            </a:r>
            <a:r>
              <a:rPr lang="hu-HU" dirty="0" smtClean="0"/>
              <a:t> </a:t>
            </a:r>
            <a:r>
              <a:rPr lang="hu-HU" dirty="0" err="1" smtClean="0"/>
              <a:t>in</a:t>
            </a:r>
            <a:r>
              <a:rPr lang="hu-HU" dirty="0" smtClean="0"/>
              <a:t> </a:t>
            </a:r>
            <a:r>
              <a:rPr lang="hu-HU" dirty="0" err="1" smtClean="0"/>
              <a:t>many</a:t>
            </a:r>
            <a:r>
              <a:rPr lang="hu-HU" dirty="0" smtClean="0"/>
              <a:t> </a:t>
            </a:r>
            <a:r>
              <a:rPr lang="hu-HU" dirty="0" err="1" smtClean="0"/>
              <a:t>modified</a:t>
            </a:r>
            <a:r>
              <a:rPr lang="hu-HU" dirty="0" smtClean="0"/>
              <a:t> </a:t>
            </a:r>
            <a:r>
              <a:rPr lang="hu-HU" dirty="0" err="1" smtClean="0"/>
              <a:t>versions</a:t>
            </a:r>
            <a:r>
              <a:rPr lang="hu-HU" dirty="0" smtClean="0"/>
              <a:t> of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original</a:t>
            </a:r>
            <a:r>
              <a:rPr lang="hu-HU" dirty="0" smtClean="0"/>
              <a:t> </a:t>
            </a:r>
            <a:r>
              <a:rPr lang="hu-HU" dirty="0" err="1" smtClean="0"/>
              <a:t>network</a:t>
            </a:r>
            <a:r>
              <a:rPr lang="hu-HU" dirty="0" smtClean="0"/>
              <a:t>, </a:t>
            </a:r>
            <a:r>
              <a:rPr lang="hu-HU" dirty="0" err="1" smtClean="0"/>
              <a:t>each</a:t>
            </a:r>
            <a:r>
              <a:rPr lang="hu-HU" dirty="0" smtClean="0"/>
              <a:t> </a:t>
            </a:r>
            <a:r>
              <a:rPr lang="hu-HU" dirty="0" err="1" smtClean="0"/>
              <a:t>of</a:t>
            </a:r>
            <a:r>
              <a:rPr lang="hu-HU" dirty="0" smtClean="0"/>
              <a:t> </a:t>
            </a:r>
            <a:r>
              <a:rPr lang="hu-HU" dirty="0" err="1" smtClean="0"/>
              <a:t>which</a:t>
            </a:r>
            <a:r>
              <a:rPr lang="hu-HU" dirty="0" smtClean="0"/>
              <a:t> is </a:t>
            </a:r>
            <a:r>
              <a:rPr lang="hu-HU" dirty="0" err="1" smtClean="0"/>
              <a:t>very</a:t>
            </a:r>
            <a:r>
              <a:rPr lang="hu-HU" dirty="0" smtClean="0"/>
              <a:t> </a:t>
            </a:r>
            <a:r>
              <a:rPr lang="hu-HU" dirty="0" err="1" smtClean="0"/>
              <a:t>good</a:t>
            </a:r>
            <a:r>
              <a:rPr lang="hu-HU" dirty="0" smtClean="0"/>
              <a:t> </a:t>
            </a:r>
            <a:r>
              <a:rPr lang="hu-HU" dirty="0" err="1" smtClean="0"/>
              <a:t>at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specific</a:t>
            </a:r>
            <a:r>
              <a:rPr lang="hu-HU" dirty="0" smtClean="0"/>
              <a:t> </a:t>
            </a:r>
            <a:r>
              <a:rPr lang="hu-HU" dirty="0" err="1" smtClean="0"/>
              <a:t>task</a:t>
            </a:r>
            <a:r>
              <a:rPr lang="hu-HU" dirty="0" smtClean="0"/>
              <a:t> </a:t>
            </a:r>
            <a:r>
              <a:rPr lang="hu-HU" dirty="0" err="1" smtClean="0"/>
              <a:t>it</a:t>
            </a:r>
            <a:r>
              <a:rPr lang="hu-HU" dirty="0" smtClean="0"/>
              <a:t> </a:t>
            </a:r>
            <a:r>
              <a:rPr lang="hu-HU" dirty="0" err="1" smtClean="0"/>
              <a:t>was</a:t>
            </a:r>
            <a:r>
              <a:rPr lang="hu-HU" dirty="0" smtClean="0"/>
              <a:t> </a:t>
            </a:r>
            <a:r>
              <a:rPr lang="hu-HU" dirty="0" err="1" smtClean="0"/>
              <a:t>fine-tuned</a:t>
            </a:r>
            <a:r>
              <a:rPr lang="hu-HU" dirty="0" smtClean="0"/>
              <a:t> </a:t>
            </a:r>
            <a:r>
              <a:rPr lang="hu-HU" dirty="0" err="1" smtClean="0"/>
              <a:t>for</a:t>
            </a:r>
            <a:r>
              <a:rPr lang="hu-HU" dirty="0" smtClean="0"/>
              <a:t>.</a:t>
            </a:r>
            <a:endParaRPr lang="hu-HU" dirty="0" smtClean="0"/>
          </a:p>
        </p:txBody>
      </p:sp>
    </p:spTree>
    <p:extLst>
      <p:ext uri="{BB962C8B-B14F-4D97-AF65-F5344CB8AC3E}">
        <p14:creationId xmlns:p14="http://schemas.microsoft.com/office/powerpoint/2010/main" val="10693512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Performance </a:t>
            </a:r>
            <a:r>
              <a:rPr lang="hu-HU" dirty="0" err="1" smtClean="0"/>
              <a:t>Characteristics</a:t>
            </a:r>
            <a:endParaRPr lang="en-GB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09120"/>
          </a:xfrm>
        </p:spPr>
        <p:txBody>
          <a:bodyPr>
            <a:normAutofit fontScale="62500" lnSpcReduction="20000"/>
          </a:bodyPr>
          <a:lstStyle/>
          <a:p>
            <a:r>
              <a:rPr lang="hu-HU" dirty="0" err="1" smtClean="0"/>
              <a:t>However</a:t>
            </a:r>
            <a:r>
              <a:rPr lang="hu-HU" dirty="0" smtClean="0"/>
              <a:t>, </a:t>
            </a:r>
            <a:r>
              <a:rPr lang="hu-HU" dirty="0" err="1" smtClean="0"/>
              <a:t>not</a:t>
            </a:r>
            <a:r>
              <a:rPr lang="hu-HU" dirty="0" smtClean="0"/>
              <a:t> </a:t>
            </a:r>
            <a:r>
              <a:rPr lang="hu-HU" dirty="0" err="1" smtClean="0"/>
              <a:t>only</a:t>
            </a:r>
            <a:r>
              <a:rPr lang="hu-HU" dirty="0" smtClean="0"/>
              <a:t> </a:t>
            </a:r>
            <a:r>
              <a:rPr lang="hu-HU" dirty="0" err="1" smtClean="0"/>
              <a:t>training</a:t>
            </a:r>
            <a:r>
              <a:rPr lang="hu-HU" dirty="0" smtClean="0"/>
              <a:t> of a </a:t>
            </a:r>
            <a:r>
              <a:rPr lang="hu-HU" dirty="0" err="1" smtClean="0"/>
              <a:t>transformer</a:t>
            </a:r>
            <a:r>
              <a:rPr lang="hu-HU" dirty="0" smtClean="0"/>
              <a:t> is </a:t>
            </a:r>
            <a:r>
              <a:rPr lang="hu-HU" dirty="0" err="1" smtClean="0"/>
              <a:t>costly</a:t>
            </a:r>
            <a:r>
              <a:rPr lang="hu-HU" dirty="0" smtClean="0"/>
              <a:t>, </a:t>
            </a:r>
            <a:r>
              <a:rPr lang="hu-HU" dirty="0" err="1" smtClean="0"/>
              <a:t>but</a:t>
            </a:r>
            <a:r>
              <a:rPr lang="hu-HU" dirty="0" smtClean="0"/>
              <a:t> </a:t>
            </a:r>
            <a:r>
              <a:rPr lang="hu-HU" dirty="0" err="1" smtClean="0"/>
              <a:t>also</a:t>
            </a:r>
            <a:r>
              <a:rPr lang="hu-HU" dirty="0" smtClean="0"/>
              <a:t> </a:t>
            </a:r>
            <a:r>
              <a:rPr lang="hu-HU" b="1" dirty="0" err="1" smtClean="0"/>
              <a:t>running</a:t>
            </a:r>
            <a:r>
              <a:rPr lang="hu-HU" dirty="0" smtClean="0"/>
              <a:t> </a:t>
            </a:r>
            <a:r>
              <a:rPr lang="hu-HU" dirty="0" err="1" smtClean="0"/>
              <a:t>one</a:t>
            </a:r>
            <a:r>
              <a:rPr lang="hu-HU" dirty="0" smtClean="0"/>
              <a:t>.</a:t>
            </a:r>
          </a:p>
          <a:p>
            <a:pPr lvl="1"/>
            <a:r>
              <a:rPr lang="hu-HU" b="1" dirty="0" err="1" smtClean="0"/>
              <a:t>Memory</a:t>
            </a:r>
            <a:r>
              <a:rPr lang="hu-HU" b="1" dirty="0" smtClean="0"/>
              <a:t> </a:t>
            </a:r>
            <a:r>
              <a:rPr lang="hu-HU" b="1" dirty="0" err="1" smtClean="0"/>
              <a:t>requirements</a:t>
            </a:r>
            <a:r>
              <a:rPr lang="hu-HU" b="1" dirty="0" smtClean="0"/>
              <a:t> </a:t>
            </a:r>
            <a:r>
              <a:rPr lang="hu-HU" dirty="0" err="1" smtClean="0"/>
              <a:t>range</a:t>
            </a:r>
            <a:r>
              <a:rPr lang="hu-HU" dirty="0" smtClean="0"/>
              <a:t> </a:t>
            </a:r>
            <a:r>
              <a:rPr lang="hu-HU" dirty="0" err="1" smtClean="0"/>
              <a:t>from</a:t>
            </a:r>
            <a:r>
              <a:rPr lang="hu-HU" dirty="0" smtClean="0"/>
              <a:t> </a:t>
            </a:r>
            <a:r>
              <a:rPr lang="hu-HU" dirty="0" err="1" smtClean="0"/>
              <a:t>hundreds</a:t>
            </a:r>
            <a:r>
              <a:rPr lang="hu-HU" dirty="0" smtClean="0"/>
              <a:t> of MB </a:t>
            </a:r>
            <a:r>
              <a:rPr lang="hu-HU" dirty="0" err="1" smtClean="0"/>
              <a:t>at</a:t>
            </a:r>
            <a:r>
              <a:rPr lang="hu-HU" dirty="0" smtClean="0"/>
              <a:t> </a:t>
            </a:r>
            <a:r>
              <a:rPr lang="hu-HU" dirty="0" err="1" smtClean="0"/>
              <a:t>least</a:t>
            </a:r>
            <a:r>
              <a:rPr lang="hu-HU" dirty="0" smtClean="0"/>
              <a:t> </a:t>
            </a:r>
            <a:r>
              <a:rPr lang="hu-HU" dirty="0" err="1" smtClean="0"/>
              <a:t>to</a:t>
            </a:r>
            <a:r>
              <a:rPr lang="hu-HU" dirty="0" smtClean="0"/>
              <a:t> </a:t>
            </a:r>
            <a:r>
              <a:rPr lang="hu-HU" dirty="0" err="1" smtClean="0"/>
              <a:t>many</a:t>
            </a:r>
            <a:r>
              <a:rPr lang="hu-HU" dirty="0" smtClean="0"/>
              <a:t> GB of RAM.</a:t>
            </a:r>
          </a:p>
          <a:p>
            <a:pPr lvl="2"/>
            <a:r>
              <a:rPr lang="hu-HU" dirty="0" err="1" smtClean="0"/>
              <a:t>When</a:t>
            </a:r>
            <a:r>
              <a:rPr lang="hu-HU" dirty="0" smtClean="0"/>
              <a:t> </a:t>
            </a:r>
            <a:r>
              <a:rPr lang="hu-HU" dirty="0" err="1" smtClean="0"/>
              <a:t>executing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transformer</a:t>
            </a:r>
            <a:r>
              <a:rPr lang="hu-HU" dirty="0" smtClean="0"/>
              <a:t> </a:t>
            </a:r>
            <a:r>
              <a:rPr lang="hu-HU" dirty="0" err="1" smtClean="0"/>
              <a:t>on</a:t>
            </a:r>
            <a:r>
              <a:rPr lang="hu-HU" dirty="0" smtClean="0"/>
              <a:t> </a:t>
            </a:r>
            <a:r>
              <a:rPr lang="hu-HU" dirty="0" err="1" smtClean="0"/>
              <a:t>GPU</a:t>
            </a:r>
            <a:r>
              <a:rPr lang="hu-HU" dirty="0" smtClean="0"/>
              <a:t>, </a:t>
            </a:r>
            <a:r>
              <a:rPr lang="hu-HU" b="1" dirty="0" err="1" smtClean="0"/>
              <a:t>this</a:t>
            </a:r>
            <a:r>
              <a:rPr lang="hu-HU" b="1" dirty="0" smtClean="0"/>
              <a:t> </a:t>
            </a:r>
            <a:r>
              <a:rPr lang="hu-HU" b="1" dirty="0" err="1" smtClean="0"/>
              <a:t>needs</a:t>
            </a:r>
            <a:r>
              <a:rPr lang="hu-HU" b="1" dirty="0" smtClean="0"/>
              <a:t> </a:t>
            </a:r>
            <a:r>
              <a:rPr lang="hu-HU" b="1" dirty="0" err="1" smtClean="0"/>
              <a:t>to</a:t>
            </a:r>
            <a:r>
              <a:rPr lang="hu-HU" b="1" dirty="0" smtClean="0"/>
              <a:t> be </a:t>
            </a:r>
            <a:r>
              <a:rPr lang="hu-HU" b="1" dirty="0" err="1" smtClean="0"/>
              <a:t>GPU</a:t>
            </a:r>
            <a:r>
              <a:rPr lang="hu-HU" b="1" dirty="0" smtClean="0"/>
              <a:t> RAM</a:t>
            </a:r>
            <a:r>
              <a:rPr lang="hu-HU" dirty="0" smtClean="0"/>
              <a:t>, </a:t>
            </a:r>
            <a:r>
              <a:rPr lang="hu-HU" dirty="0" err="1" smtClean="0"/>
              <a:t>since</a:t>
            </a:r>
            <a:r>
              <a:rPr lang="hu-HU" dirty="0" smtClean="0"/>
              <a:t> </a:t>
            </a:r>
            <a:r>
              <a:rPr lang="hu-HU" dirty="0" err="1" smtClean="0"/>
              <a:t>RAM</a:t>
            </a:r>
            <a:r>
              <a:rPr lang="hu-HU" dirty="0" smtClean="0"/>
              <a:t> is </a:t>
            </a:r>
            <a:r>
              <a:rPr lang="hu-HU" dirty="0" err="1" smtClean="0"/>
              <a:t>not</a:t>
            </a:r>
            <a:r>
              <a:rPr lang="hu-HU" dirty="0" smtClean="0"/>
              <a:t> </a:t>
            </a:r>
            <a:r>
              <a:rPr lang="hu-HU" dirty="0" err="1" smtClean="0"/>
              <a:t>shared</a:t>
            </a:r>
            <a:r>
              <a:rPr lang="hu-HU" dirty="0" smtClean="0"/>
              <a:t> </a:t>
            </a:r>
            <a:r>
              <a:rPr lang="hu-HU" dirty="0" err="1" smtClean="0"/>
              <a:t>generally</a:t>
            </a:r>
            <a:r>
              <a:rPr lang="hu-HU" dirty="0" smtClean="0"/>
              <a:t> </a:t>
            </a:r>
            <a:r>
              <a:rPr lang="hu-HU" dirty="0" err="1" smtClean="0"/>
              <a:t>between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GPU</a:t>
            </a:r>
            <a:r>
              <a:rPr lang="hu-HU" dirty="0" smtClean="0"/>
              <a:t> and </a:t>
            </a:r>
            <a:r>
              <a:rPr lang="hu-HU" dirty="0" err="1" smtClean="0"/>
              <a:t>the</a:t>
            </a:r>
            <a:r>
              <a:rPr lang="hu-HU" dirty="0" smtClean="0"/>
              <a:t> CPU</a:t>
            </a:r>
          </a:p>
          <a:p>
            <a:pPr lvl="2"/>
            <a:r>
              <a:rPr lang="hu-HU" dirty="0" err="1" smtClean="0"/>
              <a:t>except</a:t>
            </a:r>
            <a:r>
              <a:rPr lang="hu-HU" dirty="0" smtClean="0"/>
              <a:t> </a:t>
            </a:r>
            <a:r>
              <a:rPr lang="hu-HU" dirty="0" err="1" smtClean="0"/>
              <a:t>in</a:t>
            </a:r>
            <a:r>
              <a:rPr lang="hu-HU" dirty="0" smtClean="0"/>
              <a:t> </a:t>
            </a:r>
            <a:r>
              <a:rPr lang="hu-HU" dirty="0" err="1" smtClean="0"/>
              <a:t>rare</a:t>
            </a:r>
            <a:r>
              <a:rPr lang="hu-HU" dirty="0" smtClean="0"/>
              <a:t> </a:t>
            </a:r>
            <a:r>
              <a:rPr lang="hu-HU" dirty="0" err="1" smtClean="0"/>
              <a:t>cases</a:t>
            </a:r>
            <a:r>
              <a:rPr lang="hu-HU" dirty="0" smtClean="0"/>
              <a:t> </a:t>
            </a:r>
            <a:r>
              <a:rPr lang="hu-HU" dirty="0" err="1" smtClean="0"/>
              <a:t>like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unified</a:t>
            </a:r>
            <a:r>
              <a:rPr lang="hu-HU" dirty="0" smtClean="0"/>
              <a:t> </a:t>
            </a:r>
            <a:r>
              <a:rPr lang="hu-HU" dirty="0" err="1" smtClean="0"/>
              <a:t>memory</a:t>
            </a:r>
            <a:r>
              <a:rPr lang="hu-HU" dirty="0" smtClean="0"/>
              <a:t> </a:t>
            </a:r>
            <a:r>
              <a:rPr lang="hu-HU" dirty="0" err="1" smtClean="0"/>
              <a:t>in</a:t>
            </a:r>
            <a:r>
              <a:rPr lang="hu-HU" dirty="0" smtClean="0"/>
              <a:t> Apple’s M series </a:t>
            </a:r>
            <a:r>
              <a:rPr lang="hu-HU" dirty="0" err="1" smtClean="0"/>
              <a:t>Macs</a:t>
            </a:r>
            <a:endParaRPr lang="hu-HU" dirty="0"/>
          </a:p>
          <a:p>
            <a:pPr lvl="2"/>
            <a:r>
              <a:rPr lang="hu-HU" dirty="0" smtClean="0"/>
              <a:t>A </a:t>
            </a:r>
            <a:r>
              <a:rPr lang="hu-HU" dirty="0" err="1" smtClean="0"/>
              <a:t>mid-range</a:t>
            </a:r>
            <a:r>
              <a:rPr lang="hu-HU" dirty="0" smtClean="0"/>
              <a:t> </a:t>
            </a:r>
            <a:r>
              <a:rPr lang="hu-HU" dirty="0" err="1" smtClean="0"/>
              <a:t>consumer</a:t>
            </a:r>
            <a:r>
              <a:rPr lang="hu-HU" dirty="0" smtClean="0"/>
              <a:t> </a:t>
            </a:r>
            <a:r>
              <a:rPr lang="hu-HU" dirty="0" err="1" smtClean="0"/>
              <a:t>GPU</a:t>
            </a:r>
            <a:r>
              <a:rPr lang="hu-HU" dirty="0" smtClean="0"/>
              <a:t> </a:t>
            </a:r>
            <a:r>
              <a:rPr lang="hu-HU" dirty="0" err="1" smtClean="0"/>
              <a:t>card</a:t>
            </a:r>
            <a:r>
              <a:rPr lang="hu-HU" dirty="0" smtClean="0"/>
              <a:t> </a:t>
            </a:r>
            <a:r>
              <a:rPr lang="hu-HU" dirty="0" err="1" smtClean="0"/>
              <a:t>today</a:t>
            </a:r>
            <a:r>
              <a:rPr lang="hu-HU" dirty="0" smtClean="0"/>
              <a:t> has </a:t>
            </a:r>
            <a:r>
              <a:rPr lang="hu-HU" dirty="0" err="1" smtClean="0"/>
              <a:t>between</a:t>
            </a:r>
            <a:r>
              <a:rPr lang="hu-HU" dirty="0" smtClean="0"/>
              <a:t> 8 and 16 GB RAM.</a:t>
            </a:r>
          </a:p>
          <a:p>
            <a:pPr lvl="2"/>
            <a:r>
              <a:rPr lang="hu-HU" dirty="0" err="1" smtClean="0"/>
              <a:t>Swapping</a:t>
            </a:r>
            <a:r>
              <a:rPr lang="hu-HU" dirty="0" smtClean="0"/>
              <a:t> </a:t>
            </a:r>
            <a:r>
              <a:rPr lang="hu-HU" dirty="0" err="1" smtClean="0"/>
              <a:t>between</a:t>
            </a:r>
            <a:r>
              <a:rPr lang="hu-HU" dirty="0" smtClean="0"/>
              <a:t> CPU and </a:t>
            </a:r>
            <a:r>
              <a:rPr lang="hu-HU" dirty="0" err="1" smtClean="0"/>
              <a:t>GPU</a:t>
            </a:r>
            <a:r>
              <a:rPr lang="hu-HU" dirty="0" smtClean="0"/>
              <a:t> RAM is </a:t>
            </a:r>
            <a:r>
              <a:rPr lang="hu-HU" dirty="0" err="1" smtClean="0"/>
              <a:t>technically</a:t>
            </a:r>
            <a:r>
              <a:rPr lang="hu-HU" dirty="0" smtClean="0"/>
              <a:t> </a:t>
            </a:r>
            <a:r>
              <a:rPr lang="hu-HU" dirty="0" err="1" smtClean="0"/>
              <a:t>possible</a:t>
            </a:r>
            <a:r>
              <a:rPr lang="hu-HU" dirty="0" smtClean="0"/>
              <a:t> </a:t>
            </a:r>
            <a:r>
              <a:rPr lang="hu-HU" dirty="0" err="1" smtClean="0"/>
              <a:t>but</a:t>
            </a:r>
            <a:r>
              <a:rPr lang="hu-HU" dirty="0" smtClean="0"/>
              <a:t> </a:t>
            </a:r>
            <a:r>
              <a:rPr lang="hu-HU" dirty="0" err="1" smtClean="0"/>
              <a:t>rather</a:t>
            </a:r>
            <a:r>
              <a:rPr lang="hu-HU" dirty="0" smtClean="0"/>
              <a:t> </a:t>
            </a:r>
            <a:r>
              <a:rPr lang="hu-HU" dirty="0" err="1" smtClean="0"/>
              <a:t>slow</a:t>
            </a:r>
            <a:r>
              <a:rPr lang="hu-HU" dirty="0" smtClean="0"/>
              <a:t>.</a:t>
            </a:r>
          </a:p>
          <a:p>
            <a:pPr lvl="1"/>
            <a:r>
              <a:rPr lang="hu-HU" dirty="0" err="1" smtClean="0"/>
              <a:t>To</a:t>
            </a:r>
            <a:r>
              <a:rPr lang="hu-HU" dirty="0" smtClean="0"/>
              <a:t> </a:t>
            </a:r>
            <a:r>
              <a:rPr lang="hu-HU" dirty="0" err="1" smtClean="0"/>
              <a:t>calculate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output </a:t>
            </a:r>
            <a:r>
              <a:rPr lang="hu-HU" dirty="0" err="1" smtClean="0"/>
              <a:t>vector</a:t>
            </a:r>
            <a:r>
              <a:rPr lang="hu-HU" dirty="0" smtClean="0"/>
              <a:t> </a:t>
            </a:r>
            <a:r>
              <a:rPr lang="hu-HU" dirty="0" err="1" smtClean="0"/>
              <a:t>representation</a:t>
            </a:r>
            <a:r>
              <a:rPr lang="hu-HU" dirty="0" smtClean="0"/>
              <a:t> </a:t>
            </a:r>
            <a:r>
              <a:rPr lang="hu-HU" dirty="0" err="1" smtClean="0"/>
              <a:t>for</a:t>
            </a:r>
            <a:r>
              <a:rPr lang="hu-HU" dirty="0" smtClean="0"/>
              <a:t> </a:t>
            </a:r>
            <a:r>
              <a:rPr lang="hu-HU" dirty="0" err="1" smtClean="0"/>
              <a:t>each</a:t>
            </a:r>
            <a:r>
              <a:rPr lang="hu-HU" dirty="0" smtClean="0"/>
              <a:t> </a:t>
            </a:r>
            <a:r>
              <a:rPr lang="hu-HU" dirty="0" err="1" smtClean="0"/>
              <a:t>token</a:t>
            </a:r>
            <a:r>
              <a:rPr lang="hu-HU" dirty="0" smtClean="0"/>
              <a:t>,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transformer</a:t>
            </a:r>
            <a:r>
              <a:rPr lang="hu-HU" dirty="0" smtClean="0"/>
              <a:t> </a:t>
            </a:r>
            <a:r>
              <a:rPr lang="hu-HU" dirty="0" err="1" smtClean="0"/>
              <a:t>needs</a:t>
            </a:r>
            <a:r>
              <a:rPr lang="hu-HU" dirty="0" smtClean="0"/>
              <a:t> </a:t>
            </a:r>
            <a:r>
              <a:rPr lang="hu-HU" dirty="0" err="1" smtClean="0"/>
              <a:t>to</a:t>
            </a:r>
            <a:r>
              <a:rPr lang="hu-HU" dirty="0"/>
              <a:t> </a:t>
            </a:r>
            <a:r>
              <a:rPr lang="hu-HU" dirty="0" err="1" smtClean="0"/>
              <a:t>perform</a:t>
            </a:r>
            <a:r>
              <a:rPr lang="hu-HU" dirty="0" smtClean="0"/>
              <a:t> </a:t>
            </a:r>
            <a:r>
              <a:rPr lang="hu-HU" dirty="0" err="1" smtClean="0"/>
              <a:t>at</a:t>
            </a:r>
            <a:r>
              <a:rPr lang="hu-HU" dirty="0" smtClean="0"/>
              <a:t> </a:t>
            </a:r>
            <a:r>
              <a:rPr lang="hu-HU" dirty="0" err="1" smtClean="0"/>
              <a:t>least</a:t>
            </a:r>
            <a:r>
              <a:rPr lang="hu-HU" dirty="0" smtClean="0"/>
              <a:t> </a:t>
            </a:r>
            <a:r>
              <a:rPr lang="hu-HU" dirty="0" err="1" smtClean="0"/>
              <a:t>hundreds</a:t>
            </a:r>
            <a:r>
              <a:rPr lang="hu-HU" dirty="0" smtClean="0"/>
              <a:t> of </a:t>
            </a:r>
            <a:r>
              <a:rPr lang="hu-HU" dirty="0" err="1" smtClean="0"/>
              <a:t>millions</a:t>
            </a:r>
            <a:r>
              <a:rPr lang="hu-HU" dirty="0" smtClean="0"/>
              <a:t> </a:t>
            </a:r>
            <a:r>
              <a:rPr lang="hu-HU" dirty="0" err="1" smtClean="0"/>
              <a:t>of</a:t>
            </a:r>
            <a:r>
              <a:rPr lang="hu-HU" dirty="0" smtClean="0"/>
              <a:t> </a:t>
            </a:r>
            <a:r>
              <a:rPr lang="hu-HU" dirty="0" err="1" smtClean="0"/>
              <a:t>multiplications</a:t>
            </a:r>
            <a:r>
              <a:rPr lang="hu-HU" dirty="0" smtClean="0"/>
              <a:t> and </a:t>
            </a:r>
            <a:r>
              <a:rPr lang="hu-HU" dirty="0" err="1" smtClean="0"/>
              <a:t>additions</a:t>
            </a:r>
            <a:r>
              <a:rPr lang="hu-HU" dirty="0" smtClean="0"/>
              <a:t>.</a:t>
            </a:r>
          </a:p>
          <a:p>
            <a:pPr lvl="2"/>
            <a:r>
              <a:rPr lang="hu-HU" dirty="0" err="1" smtClean="0"/>
              <a:t>Thus</a:t>
            </a:r>
            <a:r>
              <a:rPr lang="hu-HU" dirty="0" smtClean="0"/>
              <a:t> Stanza and </a:t>
            </a:r>
            <a:r>
              <a:rPr lang="hu-HU" dirty="0" err="1" smtClean="0"/>
              <a:t>spaCy</a:t>
            </a:r>
            <a:r>
              <a:rPr lang="hu-HU" dirty="0" smtClean="0"/>
              <a:t>’s </a:t>
            </a:r>
            <a:r>
              <a:rPr lang="hu-HU" dirty="0" err="1" smtClean="0"/>
              <a:t>transformer</a:t>
            </a:r>
            <a:r>
              <a:rPr lang="hu-HU" dirty="0" smtClean="0"/>
              <a:t> </a:t>
            </a:r>
            <a:r>
              <a:rPr lang="hu-HU" dirty="0" err="1" smtClean="0"/>
              <a:t>models</a:t>
            </a:r>
            <a:r>
              <a:rPr lang="hu-HU" dirty="0" smtClean="0"/>
              <a:t> </a:t>
            </a:r>
            <a:r>
              <a:rPr lang="hu-HU" dirty="0" err="1" smtClean="0"/>
              <a:t>run</a:t>
            </a:r>
            <a:r>
              <a:rPr lang="hu-HU" dirty="0" smtClean="0"/>
              <a:t> </a:t>
            </a:r>
            <a:r>
              <a:rPr lang="hu-HU" dirty="0" err="1" smtClean="0"/>
              <a:t>unbearably</a:t>
            </a:r>
            <a:r>
              <a:rPr lang="hu-HU" dirty="0" smtClean="0"/>
              <a:t> </a:t>
            </a:r>
            <a:r>
              <a:rPr lang="hu-HU" dirty="0" err="1" smtClean="0"/>
              <a:t>slow</a:t>
            </a:r>
            <a:r>
              <a:rPr lang="hu-HU" dirty="0" smtClean="0"/>
              <a:t> </a:t>
            </a:r>
            <a:r>
              <a:rPr lang="hu-HU" dirty="0" err="1" smtClean="0"/>
              <a:t>on</a:t>
            </a:r>
            <a:r>
              <a:rPr lang="hu-HU" dirty="0" smtClean="0"/>
              <a:t> CPU and </a:t>
            </a:r>
            <a:r>
              <a:rPr lang="hu-HU" dirty="0" err="1" smtClean="0"/>
              <a:t>still</a:t>
            </a:r>
            <a:r>
              <a:rPr lang="hu-HU" dirty="0" smtClean="0"/>
              <a:t> </a:t>
            </a:r>
            <a:r>
              <a:rPr lang="hu-HU" dirty="0" err="1" smtClean="0"/>
              <a:t>very</a:t>
            </a:r>
            <a:r>
              <a:rPr lang="hu-HU" dirty="0" smtClean="0"/>
              <a:t> </a:t>
            </a:r>
            <a:r>
              <a:rPr lang="hu-HU" dirty="0" err="1" smtClean="0"/>
              <a:t>slow</a:t>
            </a:r>
            <a:r>
              <a:rPr lang="hu-HU" dirty="0" smtClean="0"/>
              <a:t> </a:t>
            </a:r>
            <a:r>
              <a:rPr lang="hu-HU" dirty="0" err="1" smtClean="0"/>
              <a:t>compared</a:t>
            </a:r>
            <a:r>
              <a:rPr lang="hu-HU" dirty="0" smtClean="0"/>
              <a:t> </a:t>
            </a:r>
            <a:r>
              <a:rPr lang="hu-HU" dirty="0" err="1" smtClean="0"/>
              <a:t>to</a:t>
            </a:r>
            <a:r>
              <a:rPr lang="hu-HU" dirty="0" smtClean="0"/>
              <a:t> </a:t>
            </a:r>
            <a:r>
              <a:rPr lang="hu-HU" dirty="0" err="1" smtClean="0"/>
              <a:t>plain</a:t>
            </a:r>
            <a:r>
              <a:rPr lang="hu-HU" dirty="0" smtClean="0"/>
              <a:t>, </a:t>
            </a:r>
            <a:r>
              <a:rPr lang="hu-HU" dirty="0" err="1" smtClean="0"/>
              <a:t>CNN-based</a:t>
            </a:r>
            <a:r>
              <a:rPr lang="hu-HU" dirty="0" smtClean="0"/>
              <a:t> </a:t>
            </a:r>
            <a:r>
              <a:rPr lang="hu-HU" dirty="0" err="1" smtClean="0"/>
              <a:t>spaCy</a:t>
            </a:r>
            <a:r>
              <a:rPr lang="hu-HU" dirty="0" smtClean="0"/>
              <a:t> </a:t>
            </a:r>
            <a:r>
              <a:rPr lang="hu-HU" dirty="0" err="1" smtClean="0"/>
              <a:t>even</a:t>
            </a:r>
            <a:r>
              <a:rPr lang="hu-HU" dirty="0" smtClean="0"/>
              <a:t> </a:t>
            </a:r>
            <a:r>
              <a:rPr lang="hu-HU" dirty="0" err="1" smtClean="0"/>
              <a:t>on</a:t>
            </a:r>
            <a:r>
              <a:rPr lang="hu-HU" dirty="0" smtClean="0"/>
              <a:t> </a:t>
            </a:r>
            <a:r>
              <a:rPr lang="hu-HU" dirty="0" err="1" smtClean="0"/>
              <a:t>GPU</a:t>
            </a:r>
            <a:endParaRPr lang="hu-HU" dirty="0" smtClean="0"/>
          </a:p>
          <a:p>
            <a:r>
              <a:rPr lang="hu-HU" dirty="0" err="1" smtClean="0"/>
              <a:t>Processing</a:t>
            </a:r>
            <a:r>
              <a:rPr lang="hu-HU" dirty="0" smtClean="0"/>
              <a:t> a corpus of </a:t>
            </a:r>
            <a:r>
              <a:rPr lang="hu-HU" dirty="0" err="1" smtClean="0"/>
              <a:t>substantial</a:t>
            </a:r>
            <a:r>
              <a:rPr lang="hu-HU" dirty="0" smtClean="0"/>
              <a:t> </a:t>
            </a:r>
            <a:r>
              <a:rPr lang="hu-HU" dirty="0" err="1" smtClean="0"/>
              <a:t>size</a:t>
            </a:r>
            <a:r>
              <a:rPr lang="hu-HU" dirty="0" smtClean="0"/>
              <a:t> </a:t>
            </a:r>
            <a:r>
              <a:rPr lang="hu-HU" dirty="0" err="1" smtClean="0"/>
              <a:t>using</a:t>
            </a:r>
            <a:r>
              <a:rPr lang="hu-HU" dirty="0" smtClean="0"/>
              <a:t> a </a:t>
            </a:r>
            <a:r>
              <a:rPr lang="hu-HU" dirty="0" err="1" smtClean="0"/>
              <a:t>transformer</a:t>
            </a:r>
            <a:r>
              <a:rPr lang="hu-HU" dirty="0" smtClean="0"/>
              <a:t> </a:t>
            </a:r>
            <a:r>
              <a:rPr lang="hu-HU" dirty="0" err="1" smtClean="0"/>
              <a:t>consumes</a:t>
            </a:r>
            <a:r>
              <a:rPr lang="hu-HU" dirty="0" smtClean="0"/>
              <a:t> </a:t>
            </a:r>
            <a:r>
              <a:rPr lang="hu-HU" dirty="0" err="1" smtClean="0"/>
              <a:t>a</a:t>
            </a:r>
            <a:r>
              <a:rPr lang="hu-HU" dirty="0" smtClean="0"/>
              <a:t> </a:t>
            </a:r>
            <a:r>
              <a:rPr lang="hu-HU" dirty="0" err="1" smtClean="0"/>
              <a:t>significant</a:t>
            </a:r>
            <a:r>
              <a:rPr lang="hu-HU" dirty="0" smtClean="0"/>
              <a:t> </a:t>
            </a:r>
            <a:r>
              <a:rPr lang="hu-HU" dirty="0" err="1" smtClean="0"/>
              <a:t>amount</a:t>
            </a:r>
            <a:r>
              <a:rPr lang="hu-HU" dirty="0" smtClean="0"/>
              <a:t> of </a:t>
            </a:r>
            <a:r>
              <a:rPr lang="hu-HU" dirty="0" err="1" smtClean="0"/>
              <a:t>electricity</a:t>
            </a:r>
            <a:r>
              <a:rPr lang="hu-HU" dirty="0" smtClean="0"/>
              <a:t>.</a:t>
            </a:r>
          </a:p>
          <a:p>
            <a:pPr lvl="1"/>
            <a:r>
              <a:rPr lang="hu-HU" dirty="0" err="1" smtClean="0"/>
              <a:t>typically</a:t>
            </a:r>
            <a:r>
              <a:rPr lang="hu-HU" dirty="0" smtClean="0"/>
              <a:t> </a:t>
            </a:r>
            <a:r>
              <a:rPr lang="hu-HU" dirty="0" err="1" smtClean="0"/>
              <a:t>in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region</a:t>
            </a:r>
            <a:r>
              <a:rPr lang="hu-HU" dirty="0" smtClean="0"/>
              <a:t> of </a:t>
            </a:r>
            <a:r>
              <a:rPr lang="hu-HU" dirty="0" err="1" smtClean="0"/>
              <a:t>up</a:t>
            </a:r>
            <a:r>
              <a:rPr lang="hu-HU" dirty="0" smtClean="0"/>
              <a:t> </a:t>
            </a:r>
            <a:r>
              <a:rPr lang="hu-HU" dirty="0" err="1" smtClean="0"/>
              <a:t>to</a:t>
            </a:r>
            <a:r>
              <a:rPr lang="hu-HU" dirty="0" smtClean="0"/>
              <a:t> 200-300 W </a:t>
            </a:r>
            <a:r>
              <a:rPr lang="hu-HU" dirty="0" err="1" smtClean="0"/>
              <a:t>for</a:t>
            </a:r>
            <a:r>
              <a:rPr lang="hu-HU" dirty="0" smtClean="0"/>
              <a:t> a </a:t>
            </a:r>
            <a:r>
              <a:rPr lang="hu-HU" dirty="0" err="1" smtClean="0"/>
              <a:t>typical</a:t>
            </a:r>
            <a:r>
              <a:rPr lang="hu-HU" dirty="0" smtClean="0"/>
              <a:t> </a:t>
            </a:r>
            <a:r>
              <a:rPr lang="hu-HU" dirty="0" err="1" smtClean="0"/>
              <a:t>GPU</a:t>
            </a:r>
            <a:r>
              <a:rPr lang="hu-HU" dirty="0" smtClean="0"/>
              <a:t> </a:t>
            </a:r>
            <a:r>
              <a:rPr lang="hu-HU" dirty="0" err="1" smtClean="0"/>
              <a:t>card</a:t>
            </a:r>
            <a:endParaRPr lang="hu-HU" dirty="0" smtClean="0"/>
          </a:p>
          <a:p>
            <a:r>
              <a:rPr lang="hu-HU" dirty="0" err="1" smtClean="0"/>
              <a:t>Processing</a:t>
            </a:r>
            <a:r>
              <a:rPr lang="hu-HU" dirty="0" smtClean="0"/>
              <a:t> </a:t>
            </a:r>
            <a:r>
              <a:rPr lang="hu-HU" b="1" dirty="0" err="1" smtClean="0"/>
              <a:t>complexity</a:t>
            </a:r>
            <a:r>
              <a:rPr lang="hu-HU" b="1" dirty="0" smtClean="0"/>
              <a:t> </a:t>
            </a:r>
            <a:r>
              <a:rPr lang="hu-HU" dirty="0" smtClean="0"/>
              <a:t>of a </a:t>
            </a:r>
            <a:r>
              <a:rPr lang="hu-HU" dirty="0" err="1" smtClean="0"/>
              <a:t>transformer</a:t>
            </a:r>
            <a:r>
              <a:rPr lang="hu-HU" dirty="0" smtClean="0"/>
              <a:t> is </a:t>
            </a:r>
            <a:r>
              <a:rPr lang="hu-HU" b="1" dirty="0" err="1" smtClean="0"/>
              <a:t>quadratic</a:t>
            </a:r>
            <a:r>
              <a:rPr lang="hu-HU" b="1" dirty="0" smtClean="0"/>
              <a:t> </a:t>
            </a:r>
            <a:r>
              <a:rPr lang="hu-HU" dirty="0" smtClean="0"/>
              <a:t>(</a:t>
            </a:r>
            <a:r>
              <a:rPr lang="hu-HU" dirty="0" err="1" smtClean="0"/>
              <a:t>w.r.t</a:t>
            </a:r>
            <a:r>
              <a:rPr lang="hu-HU" dirty="0" smtClean="0"/>
              <a:t>. </a:t>
            </a:r>
            <a:r>
              <a:rPr lang="hu-HU" dirty="0" err="1" smtClean="0"/>
              <a:t>both</a:t>
            </a:r>
            <a:r>
              <a:rPr lang="hu-HU" dirty="0" smtClean="0"/>
              <a:t> </a:t>
            </a:r>
            <a:r>
              <a:rPr lang="hu-HU" dirty="0" err="1" smtClean="0"/>
              <a:t>time</a:t>
            </a:r>
            <a:r>
              <a:rPr lang="hu-HU" dirty="0" smtClean="0"/>
              <a:t> and </a:t>
            </a:r>
            <a:r>
              <a:rPr lang="hu-HU" dirty="0" err="1" smtClean="0"/>
              <a:t>memory</a:t>
            </a:r>
            <a:r>
              <a:rPr lang="hu-HU" dirty="0" smtClean="0"/>
              <a:t>) </a:t>
            </a:r>
            <a:r>
              <a:rPr lang="hu-HU" dirty="0" err="1" smtClean="0"/>
              <a:t>relative</a:t>
            </a:r>
            <a:r>
              <a:rPr lang="hu-HU" dirty="0" smtClean="0"/>
              <a:t> </a:t>
            </a:r>
            <a:r>
              <a:rPr lang="hu-HU" dirty="0" err="1" smtClean="0"/>
              <a:t>to</a:t>
            </a:r>
            <a:r>
              <a:rPr lang="hu-HU" dirty="0" smtClean="0"/>
              <a:t> </a:t>
            </a:r>
            <a:r>
              <a:rPr lang="hu-HU" dirty="0" err="1" smtClean="0"/>
              <a:t>sequence</a:t>
            </a:r>
            <a:r>
              <a:rPr lang="hu-HU" dirty="0" smtClean="0"/>
              <a:t> </a:t>
            </a:r>
            <a:r>
              <a:rPr lang="hu-HU" dirty="0" err="1" smtClean="0"/>
              <a:t>length</a:t>
            </a:r>
            <a:endParaRPr lang="hu-HU" dirty="0" smtClean="0"/>
          </a:p>
          <a:p>
            <a:pPr lvl="1"/>
            <a:r>
              <a:rPr lang="hu-HU" b="1" dirty="0" err="1" smtClean="0"/>
              <a:t>self-attention</a:t>
            </a:r>
            <a:r>
              <a:rPr lang="hu-HU" dirty="0" smtClean="0"/>
              <a:t>: </a:t>
            </a:r>
            <a:r>
              <a:rPr lang="hu-HU" dirty="0" err="1" smtClean="0"/>
              <a:t>every</a:t>
            </a:r>
            <a:r>
              <a:rPr lang="hu-HU" dirty="0" smtClean="0"/>
              <a:t> </a:t>
            </a:r>
            <a:r>
              <a:rPr lang="hu-HU" dirty="0" err="1" smtClean="0"/>
              <a:t>sequence</a:t>
            </a:r>
            <a:r>
              <a:rPr lang="hu-HU" dirty="0" smtClean="0"/>
              <a:t> </a:t>
            </a:r>
            <a:r>
              <a:rPr lang="hu-HU" dirty="0" err="1" smtClean="0"/>
              <a:t>element</a:t>
            </a:r>
            <a:r>
              <a:rPr lang="hu-HU" dirty="0" smtClean="0"/>
              <a:t> </a:t>
            </a:r>
            <a:r>
              <a:rPr lang="hu-HU" dirty="0" err="1" smtClean="0"/>
              <a:t>attends</a:t>
            </a:r>
            <a:r>
              <a:rPr lang="hu-HU" dirty="0" smtClean="0"/>
              <a:t> </a:t>
            </a:r>
            <a:r>
              <a:rPr lang="hu-HU" dirty="0" err="1" smtClean="0"/>
              <a:t>to</a:t>
            </a:r>
            <a:r>
              <a:rPr lang="hu-HU" dirty="0" smtClean="0"/>
              <a:t> </a:t>
            </a:r>
            <a:r>
              <a:rPr lang="hu-HU" dirty="0" err="1" smtClean="0"/>
              <a:t>every</a:t>
            </a:r>
            <a:r>
              <a:rPr lang="hu-HU" dirty="0" smtClean="0"/>
              <a:t> </a:t>
            </a:r>
            <a:r>
              <a:rPr lang="hu-HU" dirty="0" err="1" smtClean="0"/>
              <a:t>sequence</a:t>
            </a:r>
            <a:r>
              <a:rPr lang="hu-HU" dirty="0" smtClean="0"/>
              <a:t> </a:t>
            </a:r>
            <a:r>
              <a:rPr lang="hu-HU" dirty="0" err="1" smtClean="0"/>
              <a:t>element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872967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 smtClean="0"/>
              <a:t>Neural</a:t>
            </a:r>
            <a:r>
              <a:rPr lang="hu-HU" dirty="0" smtClean="0"/>
              <a:t> </a:t>
            </a:r>
            <a:r>
              <a:rPr lang="hu-HU" dirty="0" err="1" smtClean="0"/>
              <a:t>Language</a:t>
            </a:r>
            <a:r>
              <a:rPr lang="hu-HU" dirty="0" smtClean="0"/>
              <a:t> </a:t>
            </a:r>
            <a:r>
              <a:rPr lang="hu-HU" dirty="0" err="1" smtClean="0"/>
              <a:t>Models</a:t>
            </a:r>
            <a:endParaRPr lang="en-GB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hu-HU" dirty="0" err="1" smtClean="0"/>
              <a:t>For</a:t>
            </a:r>
            <a:r>
              <a:rPr lang="hu-HU" dirty="0" smtClean="0"/>
              <a:t> </a:t>
            </a:r>
            <a:r>
              <a:rPr lang="hu-HU" dirty="0" err="1" smtClean="0"/>
              <a:t>NLP</a:t>
            </a:r>
            <a:r>
              <a:rPr lang="hu-HU" dirty="0" smtClean="0"/>
              <a:t>, </a:t>
            </a:r>
            <a:r>
              <a:rPr lang="hu-HU" dirty="0" err="1" smtClean="0"/>
              <a:t>transformers</a:t>
            </a:r>
            <a:r>
              <a:rPr lang="hu-HU" dirty="0" smtClean="0"/>
              <a:t> </a:t>
            </a:r>
            <a:r>
              <a:rPr lang="hu-HU" dirty="0" err="1" smtClean="0"/>
              <a:t>are</a:t>
            </a:r>
            <a:r>
              <a:rPr lang="hu-HU" dirty="0" smtClean="0"/>
              <a:t> almost </a:t>
            </a:r>
            <a:r>
              <a:rPr lang="hu-HU" dirty="0" err="1" smtClean="0"/>
              <a:t>always</a:t>
            </a:r>
            <a:r>
              <a:rPr lang="hu-HU" dirty="0" smtClean="0"/>
              <a:t> </a:t>
            </a:r>
            <a:r>
              <a:rPr lang="hu-HU" dirty="0" err="1" smtClean="0"/>
              <a:t>pre-trained</a:t>
            </a:r>
            <a:r>
              <a:rPr lang="hu-HU" dirty="0" smtClean="0"/>
              <a:t> </a:t>
            </a:r>
            <a:r>
              <a:rPr lang="hu-HU" dirty="0" err="1" smtClean="0"/>
              <a:t>as</a:t>
            </a:r>
            <a:r>
              <a:rPr lang="hu-HU" dirty="0" smtClean="0"/>
              <a:t> </a:t>
            </a:r>
            <a:r>
              <a:rPr lang="hu-HU" dirty="0" err="1" smtClean="0"/>
              <a:t>language</a:t>
            </a:r>
            <a:r>
              <a:rPr lang="hu-HU" dirty="0" smtClean="0"/>
              <a:t> </a:t>
            </a:r>
            <a:r>
              <a:rPr lang="hu-HU" dirty="0" err="1" smtClean="0"/>
              <a:t>models</a:t>
            </a:r>
            <a:r>
              <a:rPr lang="hu-HU" dirty="0" smtClean="0"/>
              <a:t>, i.e. </a:t>
            </a:r>
            <a:r>
              <a:rPr lang="hu-HU" dirty="0" err="1" smtClean="0"/>
              <a:t>to</a:t>
            </a:r>
            <a:r>
              <a:rPr lang="hu-HU" dirty="0" smtClean="0"/>
              <a:t> </a:t>
            </a:r>
            <a:r>
              <a:rPr lang="hu-HU" dirty="0" err="1" smtClean="0"/>
              <a:t>predict</a:t>
            </a:r>
            <a:r>
              <a:rPr lang="hu-HU" dirty="0" smtClean="0"/>
              <a:t> </a:t>
            </a:r>
            <a:r>
              <a:rPr lang="hu-HU" dirty="0" err="1" smtClean="0"/>
              <a:t>tokens</a:t>
            </a:r>
            <a:r>
              <a:rPr lang="hu-HU" dirty="0" smtClean="0"/>
              <a:t> </a:t>
            </a:r>
            <a:r>
              <a:rPr lang="hu-HU" dirty="0" err="1" smtClean="0"/>
              <a:t>based</a:t>
            </a:r>
            <a:r>
              <a:rPr lang="hu-HU" dirty="0" smtClean="0"/>
              <a:t> </a:t>
            </a:r>
            <a:r>
              <a:rPr lang="hu-HU" dirty="0" err="1" smtClean="0"/>
              <a:t>on</a:t>
            </a:r>
            <a:r>
              <a:rPr lang="hu-HU" dirty="0" smtClean="0"/>
              <a:t> </a:t>
            </a:r>
            <a:r>
              <a:rPr lang="hu-HU" dirty="0" err="1" smtClean="0"/>
              <a:t>context</a:t>
            </a:r>
            <a:r>
              <a:rPr lang="hu-HU" dirty="0" smtClean="0"/>
              <a:t>.</a:t>
            </a:r>
          </a:p>
          <a:p>
            <a:r>
              <a:rPr lang="hu-HU" dirty="0" err="1" smtClean="0"/>
              <a:t>Two</a:t>
            </a:r>
            <a:r>
              <a:rPr lang="hu-HU" dirty="0" smtClean="0"/>
              <a:t> </a:t>
            </a:r>
            <a:r>
              <a:rPr lang="hu-HU" dirty="0" err="1" smtClean="0"/>
              <a:t>essential</a:t>
            </a:r>
            <a:r>
              <a:rPr lang="hu-HU" dirty="0" smtClean="0"/>
              <a:t> </a:t>
            </a:r>
            <a:r>
              <a:rPr lang="hu-HU" dirty="0" err="1" smtClean="0"/>
              <a:t>variants</a:t>
            </a:r>
            <a:r>
              <a:rPr lang="hu-HU" dirty="0" smtClean="0"/>
              <a:t>:</a:t>
            </a:r>
          </a:p>
          <a:p>
            <a:pPr lvl="1"/>
            <a:r>
              <a:rPr lang="hu-HU" b="1" dirty="0" err="1" smtClean="0"/>
              <a:t>encoder</a:t>
            </a:r>
            <a:r>
              <a:rPr lang="hu-HU" dirty="0" smtClean="0"/>
              <a:t>: input is an </a:t>
            </a:r>
            <a:r>
              <a:rPr lang="hu-HU" dirty="0" err="1" smtClean="0"/>
              <a:t>entire</a:t>
            </a:r>
            <a:r>
              <a:rPr lang="hu-HU" dirty="0" smtClean="0"/>
              <a:t> </a:t>
            </a:r>
            <a:r>
              <a:rPr lang="hu-HU" dirty="0" err="1" smtClean="0"/>
              <a:t>sequence</a:t>
            </a:r>
            <a:r>
              <a:rPr lang="hu-HU" dirty="0" smtClean="0"/>
              <a:t> </a:t>
            </a:r>
            <a:r>
              <a:rPr lang="hu-HU" dirty="0" err="1" smtClean="0"/>
              <a:t>such</a:t>
            </a:r>
            <a:r>
              <a:rPr lang="hu-HU" dirty="0" smtClean="0"/>
              <a:t> </a:t>
            </a:r>
            <a:r>
              <a:rPr lang="hu-HU" dirty="0" err="1" smtClean="0"/>
              <a:t>as</a:t>
            </a:r>
            <a:r>
              <a:rPr lang="hu-HU" dirty="0" smtClean="0"/>
              <a:t> a </a:t>
            </a:r>
            <a:r>
              <a:rPr lang="hu-HU" dirty="0" err="1" smtClean="0"/>
              <a:t>sentence</a:t>
            </a:r>
            <a:r>
              <a:rPr lang="hu-HU" dirty="0" smtClean="0"/>
              <a:t> </a:t>
            </a:r>
            <a:r>
              <a:rPr lang="hu-HU" dirty="0" err="1" smtClean="0"/>
              <a:t>or</a:t>
            </a:r>
            <a:r>
              <a:rPr lang="hu-HU" dirty="0" smtClean="0"/>
              <a:t> </a:t>
            </a:r>
            <a:r>
              <a:rPr lang="hu-HU" dirty="0" err="1" smtClean="0"/>
              <a:t>a</a:t>
            </a:r>
            <a:r>
              <a:rPr lang="hu-HU" dirty="0" smtClean="0"/>
              <a:t> text; </a:t>
            </a:r>
            <a:r>
              <a:rPr lang="hu-HU" dirty="0" err="1" smtClean="0"/>
              <a:t>tokens</a:t>
            </a:r>
            <a:r>
              <a:rPr lang="hu-HU" dirty="0" smtClean="0"/>
              <a:t> </a:t>
            </a:r>
            <a:r>
              <a:rPr lang="hu-HU" dirty="0" err="1" smtClean="0"/>
              <a:t>in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middle</a:t>
            </a:r>
            <a:r>
              <a:rPr lang="hu-HU" dirty="0" smtClean="0"/>
              <a:t> </a:t>
            </a:r>
            <a:r>
              <a:rPr lang="hu-HU" dirty="0" err="1" smtClean="0"/>
              <a:t>are</a:t>
            </a:r>
            <a:r>
              <a:rPr lang="hu-HU" dirty="0" smtClean="0"/>
              <a:t> </a:t>
            </a:r>
            <a:r>
              <a:rPr lang="hu-HU" dirty="0" err="1" smtClean="0"/>
              <a:t>masked</a:t>
            </a:r>
            <a:r>
              <a:rPr lang="hu-HU" dirty="0"/>
              <a:t> </a:t>
            </a:r>
            <a:r>
              <a:rPr lang="hu-HU" dirty="0" smtClean="0"/>
              <a:t>(</a:t>
            </a:r>
            <a:r>
              <a:rPr lang="hu-HU" dirty="0" err="1" smtClean="0"/>
              <a:t>covered</a:t>
            </a:r>
            <a:r>
              <a:rPr lang="hu-HU" dirty="0" smtClean="0"/>
              <a:t>), </a:t>
            </a:r>
            <a:r>
              <a:rPr lang="hu-HU" dirty="0" err="1" smtClean="0"/>
              <a:t>omitted</a:t>
            </a:r>
            <a:r>
              <a:rPr lang="hu-HU" dirty="0" smtClean="0"/>
              <a:t> </a:t>
            </a:r>
            <a:r>
              <a:rPr lang="hu-HU" dirty="0" err="1" smtClean="0"/>
              <a:t>like</a:t>
            </a:r>
            <a:r>
              <a:rPr lang="hu-HU" dirty="0" smtClean="0"/>
              <a:t> </a:t>
            </a:r>
            <a:r>
              <a:rPr lang="hu-HU" dirty="0" err="1" smtClean="0"/>
              <a:t>in</a:t>
            </a:r>
            <a:r>
              <a:rPr lang="hu-HU" dirty="0" smtClean="0"/>
              <a:t> a </a:t>
            </a:r>
            <a:r>
              <a:rPr lang="hu-HU" dirty="0" err="1" smtClean="0"/>
              <a:t>cloze</a:t>
            </a:r>
            <a:r>
              <a:rPr lang="hu-HU" dirty="0" smtClean="0"/>
              <a:t> test</a:t>
            </a:r>
          </a:p>
          <a:p>
            <a:pPr lvl="2"/>
            <a:r>
              <a:rPr lang="hu-HU" b="1" dirty="0" err="1" smtClean="0"/>
              <a:t>masked</a:t>
            </a:r>
            <a:r>
              <a:rPr lang="hu-HU" b="1" dirty="0" smtClean="0"/>
              <a:t> </a:t>
            </a:r>
            <a:r>
              <a:rPr lang="hu-HU" b="1" dirty="0" err="1" smtClean="0"/>
              <a:t>language</a:t>
            </a:r>
            <a:r>
              <a:rPr lang="hu-HU" b="1" dirty="0" smtClean="0"/>
              <a:t> modelling </a:t>
            </a:r>
            <a:r>
              <a:rPr lang="hu-HU" dirty="0" smtClean="0"/>
              <a:t>(</a:t>
            </a:r>
            <a:r>
              <a:rPr lang="hu-HU" dirty="0" err="1" smtClean="0"/>
              <a:t>MLM</a:t>
            </a:r>
            <a:r>
              <a:rPr lang="hu-HU" dirty="0" smtClean="0"/>
              <a:t>)</a:t>
            </a:r>
          </a:p>
          <a:p>
            <a:pPr lvl="3"/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language</a:t>
            </a:r>
            <a:r>
              <a:rPr lang="hu-HU" dirty="0" smtClean="0"/>
              <a:t> </a:t>
            </a:r>
            <a:r>
              <a:rPr lang="hu-HU" dirty="0" err="1" smtClean="0"/>
              <a:t>model</a:t>
            </a:r>
            <a:r>
              <a:rPr lang="hu-HU" dirty="0" smtClean="0"/>
              <a:t> </a:t>
            </a:r>
            <a:r>
              <a:rPr lang="hu-HU" dirty="0" err="1" smtClean="0"/>
              <a:t>needs</a:t>
            </a:r>
            <a:r>
              <a:rPr lang="hu-HU" dirty="0" smtClean="0"/>
              <a:t> </a:t>
            </a:r>
            <a:r>
              <a:rPr lang="hu-HU" dirty="0" err="1" smtClean="0"/>
              <a:t>to</a:t>
            </a:r>
            <a:r>
              <a:rPr lang="hu-HU" dirty="0" smtClean="0"/>
              <a:t> </a:t>
            </a:r>
            <a:r>
              <a:rPr lang="hu-HU" dirty="0" err="1" smtClean="0"/>
              <a:t>guess</a:t>
            </a:r>
            <a:r>
              <a:rPr lang="hu-HU" dirty="0" smtClean="0"/>
              <a:t> </a:t>
            </a:r>
            <a:r>
              <a:rPr lang="hu-HU" dirty="0" err="1" smtClean="0"/>
              <a:t>what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masked</a:t>
            </a:r>
            <a:r>
              <a:rPr lang="hu-HU" dirty="0" smtClean="0"/>
              <a:t> </a:t>
            </a:r>
            <a:r>
              <a:rPr lang="hu-HU" dirty="0" err="1" smtClean="0"/>
              <a:t>tokens</a:t>
            </a:r>
            <a:r>
              <a:rPr lang="hu-HU" dirty="0" smtClean="0"/>
              <a:t> </a:t>
            </a:r>
            <a:r>
              <a:rPr lang="hu-HU" dirty="0" err="1" smtClean="0"/>
              <a:t>are</a:t>
            </a:r>
            <a:endParaRPr lang="hu-HU" dirty="0" smtClean="0"/>
          </a:p>
          <a:p>
            <a:pPr lvl="2"/>
            <a:r>
              <a:rPr lang="hu-HU" b="1" dirty="0" err="1" smtClean="0"/>
              <a:t>bi-directional</a:t>
            </a:r>
            <a:r>
              <a:rPr lang="hu-HU" dirty="0" smtClean="0"/>
              <a:t>: </a:t>
            </a:r>
            <a:r>
              <a:rPr lang="hu-HU" dirty="0" err="1" smtClean="0"/>
              <a:t>guess</a:t>
            </a:r>
            <a:r>
              <a:rPr lang="hu-HU" dirty="0" smtClean="0"/>
              <a:t> </a:t>
            </a:r>
            <a:r>
              <a:rPr lang="hu-HU" dirty="0" err="1" smtClean="0"/>
              <a:t>can</a:t>
            </a:r>
            <a:r>
              <a:rPr lang="hu-HU" dirty="0" smtClean="0"/>
              <a:t> </a:t>
            </a:r>
            <a:r>
              <a:rPr lang="hu-HU" dirty="0" err="1" smtClean="0"/>
              <a:t>rely</a:t>
            </a:r>
            <a:r>
              <a:rPr lang="hu-HU" dirty="0" smtClean="0"/>
              <a:t> </a:t>
            </a:r>
            <a:r>
              <a:rPr lang="hu-HU" dirty="0" err="1" smtClean="0"/>
              <a:t>on</a:t>
            </a:r>
            <a:r>
              <a:rPr lang="hu-HU" dirty="0" smtClean="0"/>
              <a:t> </a:t>
            </a:r>
            <a:r>
              <a:rPr lang="hu-HU" dirty="0" err="1" smtClean="0"/>
              <a:t>both</a:t>
            </a:r>
            <a:r>
              <a:rPr lang="hu-HU" dirty="0" smtClean="0"/>
              <a:t> </a:t>
            </a:r>
            <a:r>
              <a:rPr lang="hu-HU" dirty="0" err="1" smtClean="0"/>
              <a:t>left</a:t>
            </a:r>
            <a:r>
              <a:rPr lang="hu-HU" dirty="0" smtClean="0"/>
              <a:t> and right </a:t>
            </a:r>
            <a:r>
              <a:rPr lang="hu-HU" dirty="0" err="1" smtClean="0"/>
              <a:t>context</a:t>
            </a:r>
            <a:endParaRPr lang="hu-HU" dirty="0" smtClean="0"/>
          </a:p>
          <a:p>
            <a:pPr lvl="1"/>
            <a:r>
              <a:rPr lang="hu-HU" b="1" dirty="0" err="1" smtClean="0"/>
              <a:t>generator</a:t>
            </a:r>
            <a:r>
              <a:rPr lang="hu-HU" dirty="0" smtClean="0"/>
              <a:t> (</a:t>
            </a:r>
            <a:r>
              <a:rPr lang="hu-HU" dirty="0" err="1" smtClean="0"/>
              <a:t>decoder</a:t>
            </a:r>
            <a:r>
              <a:rPr lang="hu-HU" dirty="0" smtClean="0"/>
              <a:t>): input is </a:t>
            </a:r>
            <a:r>
              <a:rPr lang="hu-HU" dirty="0" err="1" smtClean="0"/>
              <a:t>sequence</a:t>
            </a:r>
            <a:r>
              <a:rPr lang="hu-HU" dirty="0" smtClean="0"/>
              <a:t> </a:t>
            </a:r>
            <a:r>
              <a:rPr lang="hu-HU" dirty="0" err="1" smtClean="0"/>
              <a:t>so</a:t>
            </a:r>
            <a:r>
              <a:rPr lang="hu-HU" dirty="0" smtClean="0"/>
              <a:t> far, output is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next</a:t>
            </a:r>
            <a:r>
              <a:rPr lang="hu-HU" dirty="0" smtClean="0"/>
              <a:t> </a:t>
            </a:r>
            <a:r>
              <a:rPr lang="hu-HU" dirty="0" err="1" smtClean="0"/>
              <a:t>element</a:t>
            </a:r>
            <a:r>
              <a:rPr lang="hu-HU" dirty="0" smtClean="0"/>
              <a:t> of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sequence</a:t>
            </a:r>
            <a:endParaRPr lang="hu-HU" dirty="0" smtClean="0"/>
          </a:p>
          <a:p>
            <a:pPr lvl="2"/>
            <a:r>
              <a:rPr lang="hu-HU" b="1" dirty="0" err="1" smtClean="0"/>
              <a:t>autoregressive</a:t>
            </a:r>
            <a:r>
              <a:rPr lang="hu-HU" b="1" dirty="0" smtClean="0"/>
              <a:t> </a:t>
            </a:r>
            <a:r>
              <a:rPr lang="hu-HU" dirty="0" err="1" smtClean="0"/>
              <a:t>language</a:t>
            </a:r>
            <a:r>
              <a:rPr lang="hu-HU" dirty="0" smtClean="0"/>
              <a:t> modelling</a:t>
            </a:r>
          </a:p>
          <a:p>
            <a:r>
              <a:rPr lang="hu-HU" dirty="0" err="1" smtClean="0"/>
              <a:t>In</a:t>
            </a:r>
            <a:r>
              <a:rPr lang="hu-HU" dirty="0" smtClean="0"/>
              <a:t> </a:t>
            </a:r>
            <a:r>
              <a:rPr lang="hu-HU" dirty="0" err="1" smtClean="0"/>
              <a:t>both</a:t>
            </a:r>
            <a:r>
              <a:rPr lang="hu-HU" dirty="0" smtClean="0"/>
              <a:t> </a:t>
            </a:r>
            <a:r>
              <a:rPr lang="hu-HU" dirty="0" err="1" smtClean="0"/>
              <a:t>cases</a:t>
            </a:r>
            <a:r>
              <a:rPr lang="hu-HU" dirty="0" smtClean="0"/>
              <a:t>,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b="1" dirty="0" smtClean="0"/>
              <a:t>output</a:t>
            </a:r>
            <a:r>
              <a:rPr lang="hu-HU" dirty="0" smtClean="0"/>
              <a:t> is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b="1" dirty="0" err="1" smtClean="0"/>
              <a:t>probability</a:t>
            </a:r>
            <a:r>
              <a:rPr lang="hu-HU" b="1" dirty="0" smtClean="0"/>
              <a:t> </a:t>
            </a:r>
            <a:r>
              <a:rPr lang="hu-HU" b="1" dirty="0" err="1" smtClean="0"/>
              <a:t>distribution</a:t>
            </a:r>
            <a:r>
              <a:rPr lang="hu-HU" b="1" dirty="0" smtClean="0"/>
              <a:t> </a:t>
            </a:r>
            <a:r>
              <a:rPr lang="hu-HU" b="1" dirty="0" err="1" smtClean="0"/>
              <a:t>predicted</a:t>
            </a:r>
            <a:r>
              <a:rPr lang="hu-HU" dirty="0" smtClean="0"/>
              <a:t> </a:t>
            </a:r>
            <a:r>
              <a:rPr lang="hu-HU" dirty="0" err="1" smtClean="0"/>
              <a:t>by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model</a:t>
            </a:r>
            <a:r>
              <a:rPr lang="hu-HU" dirty="0" smtClean="0"/>
              <a:t> </a:t>
            </a:r>
            <a:r>
              <a:rPr lang="hu-HU" dirty="0" err="1" smtClean="0"/>
              <a:t>for</a:t>
            </a:r>
            <a:r>
              <a:rPr lang="hu-HU" dirty="0" smtClean="0"/>
              <a:t> a </a:t>
            </a:r>
            <a:r>
              <a:rPr lang="hu-HU" b="1" dirty="0" err="1" smtClean="0"/>
              <a:t>given</a:t>
            </a:r>
            <a:r>
              <a:rPr lang="hu-HU" b="1" dirty="0" smtClean="0"/>
              <a:t> </a:t>
            </a:r>
            <a:r>
              <a:rPr lang="hu-HU" b="1" dirty="0" err="1" smtClean="0"/>
              <a:t>token</a:t>
            </a:r>
            <a:r>
              <a:rPr lang="hu-HU" b="1" dirty="0" smtClean="0"/>
              <a:t> </a:t>
            </a:r>
            <a:r>
              <a:rPr lang="hu-HU" b="1" dirty="0" err="1" smtClean="0"/>
              <a:t>position</a:t>
            </a:r>
            <a:endParaRPr lang="hu-HU" b="1" dirty="0" smtClean="0"/>
          </a:p>
          <a:p>
            <a:pPr lvl="1"/>
            <a:r>
              <a:rPr lang="hu-HU" dirty="0" err="1" smtClean="0"/>
              <a:t>encoder</a:t>
            </a:r>
            <a:r>
              <a:rPr lang="hu-HU" dirty="0" smtClean="0"/>
              <a:t>: </a:t>
            </a:r>
            <a:r>
              <a:rPr lang="hu-HU" dirty="0" err="1" smtClean="0"/>
              <a:t>as</a:t>
            </a:r>
            <a:r>
              <a:rPr lang="hu-HU" dirty="0" smtClean="0"/>
              <a:t> </a:t>
            </a:r>
            <a:r>
              <a:rPr lang="hu-HU" dirty="0" err="1" smtClean="0"/>
              <a:t>many</a:t>
            </a:r>
            <a:r>
              <a:rPr lang="hu-HU" dirty="0" smtClean="0"/>
              <a:t> </a:t>
            </a:r>
            <a:r>
              <a:rPr lang="hu-HU" dirty="0" err="1" smtClean="0"/>
              <a:t>probability</a:t>
            </a:r>
            <a:r>
              <a:rPr lang="hu-HU" dirty="0" smtClean="0"/>
              <a:t> </a:t>
            </a:r>
            <a:r>
              <a:rPr lang="hu-HU" dirty="0" err="1" smtClean="0"/>
              <a:t>distributions</a:t>
            </a:r>
            <a:r>
              <a:rPr lang="hu-HU" dirty="0" smtClean="0"/>
              <a:t> </a:t>
            </a:r>
            <a:r>
              <a:rPr lang="hu-HU" dirty="0" err="1" smtClean="0"/>
              <a:t>as</a:t>
            </a:r>
            <a:r>
              <a:rPr lang="hu-HU" dirty="0" smtClean="0"/>
              <a:t> </a:t>
            </a:r>
            <a:r>
              <a:rPr lang="hu-HU" dirty="0" err="1" smtClean="0"/>
              <a:t>there</a:t>
            </a:r>
            <a:r>
              <a:rPr lang="hu-HU" dirty="0" smtClean="0"/>
              <a:t> </a:t>
            </a:r>
            <a:r>
              <a:rPr lang="hu-HU" dirty="0" err="1" smtClean="0"/>
              <a:t>are</a:t>
            </a:r>
            <a:r>
              <a:rPr lang="hu-HU" dirty="0" smtClean="0"/>
              <a:t> </a:t>
            </a:r>
            <a:r>
              <a:rPr lang="hu-HU" dirty="0" err="1" smtClean="0"/>
              <a:t>tokens</a:t>
            </a:r>
            <a:r>
              <a:rPr lang="hu-HU" dirty="0" smtClean="0"/>
              <a:t> </a:t>
            </a:r>
            <a:r>
              <a:rPr lang="hu-HU" dirty="0" err="1" smtClean="0"/>
              <a:t>in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sequence</a:t>
            </a:r>
            <a:endParaRPr lang="hu-HU" dirty="0" smtClean="0"/>
          </a:p>
          <a:p>
            <a:pPr lvl="1"/>
            <a:r>
              <a:rPr lang="hu-HU" dirty="0" err="1" smtClean="0"/>
              <a:t>decoder</a:t>
            </a:r>
            <a:r>
              <a:rPr lang="hu-HU" dirty="0" smtClean="0"/>
              <a:t>: </a:t>
            </a:r>
            <a:r>
              <a:rPr lang="hu-HU" dirty="0" err="1" smtClean="0"/>
              <a:t>exactly</a:t>
            </a:r>
            <a:r>
              <a:rPr lang="hu-HU" dirty="0" smtClean="0"/>
              <a:t> </a:t>
            </a:r>
            <a:r>
              <a:rPr lang="hu-HU" dirty="0" err="1" smtClean="0"/>
              <a:t>one</a:t>
            </a:r>
            <a:r>
              <a:rPr lang="hu-HU" dirty="0" smtClean="0"/>
              <a:t> </a:t>
            </a:r>
            <a:r>
              <a:rPr lang="hu-HU" dirty="0" err="1" smtClean="0"/>
              <a:t>probability</a:t>
            </a:r>
            <a:r>
              <a:rPr lang="hu-HU" dirty="0" smtClean="0"/>
              <a:t> </a:t>
            </a:r>
            <a:r>
              <a:rPr lang="hu-HU" dirty="0" err="1" smtClean="0"/>
              <a:t>distribution</a:t>
            </a:r>
            <a:r>
              <a:rPr lang="hu-HU" dirty="0" smtClean="0"/>
              <a:t>, </a:t>
            </a:r>
            <a:r>
              <a:rPr lang="hu-HU" dirty="0" err="1" smtClean="0"/>
              <a:t>for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next</a:t>
            </a:r>
            <a:r>
              <a:rPr lang="hu-HU" dirty="0" smtClean="0"/>
              <a:t> </a:t>
            </a:r>
            <a:r>
              <a:rPr lang="hu-HU" dirty="0" err="1" smtClean="0"/>
              <a:t>token</a:t>
            </a:r>
            <a:endParaRPr lang="hu-HU" dirty="0" smtClean="0"/>
          </a:p>
          <a:p>
            <a:pPr lvl="1"/>
            <a:r>
              <a:rPr lang="hu-HU" dirty="0" err="1" smtClean="0"/>
              <a:t>one</a:t>
            </a:r>
            <a:r>
              <a:rPr lang="hu-HU" dirty="0" smtClean="0"/>
              <a:t> </a:t>
            </a:r>
            <a:r>
              <a:rPr lang="hu-HU" dirty="0" err="1" smtClean="0"/>
              <a:t>such</a:t>
            </a:r>
            <a:r>
              <a:rPr lang="hu-HU" dirty="0" smtClean="0"/>
              <a:t> </a:t>
            </a:r>
            <a:r>
              <a:rPr lang="hu-HU" dirty="0" err="1" smtClean="0"/>
              <a:t>probability</a:t>
            </a:r>
            <a:r>
              <a:rPr lang="hu-HU" dirty="0" smtClean="0"/>
              <a:t> </a:t>
            </a:r>
            <a:r>
              <a:rPr lang="hu-HU" dirty="0" err="1" smtClean="0"/>
              <a:t>distribution</a:t>
            </a:r>
            <a:r>
              <a:rPr lang="hu-HU" dirty="0" smtClean="0"/>
              <a:t> is a </a:t>
            </a:r>
            <a:r>
              <a:rPr lang="hu-HU" dirty="0" err="1" smtClean="0"/>
              <a:t>V-dimensional</a:t>
            </a:r>
            <a:r>
              <a:rPr lang="hu-HU" dirty="0" smtClean="0"/>
              <a:t> </a:t>
            </a:r>
            <a:r>
              <a:rPr lang="hu-HU" dirty="0" err="1" smtClean="0"/>
              <a:t>vector</a:t>
            </a:r>
            <a:r>
              <a:rPr lang="hu-HU" dirty="0" smtClean="0"/>
              <a:t> (V is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size</a:t>
            </a:r>
            <a:r>
              <a:rPr lang="hu-HU" dirty="0" smtClean="0"/>
              <a:t> of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vocabulary</a:t>
            </a:r>
            <a:r>
              <a:rPr lang="hu-HU" dirty="0" smtClean="0"/>
              <a:t>), </a:t>
            </a:r>
            <a:r>
              <a:rPr lang="hu-HU" dirty="0" err="1" smtClean="0"/>
              <a:t>its</a:t>
            </a:r>
            <a:r>
              <a:rPr lang="hu-HU" dirty="0" smtClean="0"/>
              <a:t> </a:t>
            </a:r>
            <a:r>
              <a:rPr lang="hu-HU" dirty="0" err="1" smtClean="0"/>
              <a:t>elements</a:t>
            </a:r>
            <a:r>
              <a:rPr lang="hu-HU" dirty="0" smtClean="0"/>
              <a:t> sum </a:t>
            </a:r>
            <a:r>
              <a:rPr lang="hu-HU" dirty="0" err="1" smtClean="0"/>
              <a:t>to</a:t>
            </a:r>
            <a:r>
              <a:rPr lang="hu-HU" dirty="0" smtClean="0"/>
              <a:t> 1</a:t>
            </a:r>
          </a:p>
        </p:txBody>
      </p:sp>
    </p:spTree>
    <p:extLst>
      <p:ext uri="{BB962C8B-B14F-4D97-AF65-F5344CB8AC3E}">
        <p14:creationId xmlns:p14="http://schemas.microsoft.com/office/powerpoint/2010/main" val="24202469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 smtClean="0"/>
              <a:t>BERT</a:t>
            </a:r>
            <a:endParaRPr lang="en-GB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hu-HU" dirty="0" err="1" smtClean="0"/>
              <a:t>Devlin</a:t>
            </a:r>
            <a:r>
              <a:rPr lang="hu-HU" dirty="0" smtClean="0"/>
              <a:t> et </a:t>
            </a:r>
            <a:r>
              <a:rPr lang="hu-HU" dirty="0" err="1" smtClean="0"/>
              <a:t>al</a:t>
            </a:r>
            <a:r>
              <a:rPr lang="hu-HU" dirty="0" smtClean="0"/>
              <a:t>., </a:t>
            </a:r>
            <a:r>
              <a:rPr lang="en-GB" i="1" dirty="0" smtClean="0">
                <a:hlinkClick r:id="rId2"/>
              </a:rPr>
              <a:t>BERT: Pre-training of Deep Bidirectional Transformers for Language Understanding</a:t>
            </a:r>
            <a:r>
              <a:rPr lang="hu-HU" i="1" dirty="0" smtClean="0"/>
              <a:t>, </a:t>
            </a:r>
            <a:r>
              <a:rPr lang="hu-HU" dirty="0" smtClean="0"/>
              <a:t>2018</a:t>
            </a:r>
          </a:p>
          <a:p>
            <a:r>
              <a:rPr lang="hu-HU" dirty="0" err="1" smtClean="0"/>
              <a:t>This</a:t>
            </a:r>
            <a:r>
              <a:rPr lang="hu-HU" dirty="0" smtClean="0"/>
              <a:t> </a:t>
            </a:r>
            <a:r>
              <a:rPr lang="hu-HU" dirty="0" err="1" smtClean="0"/>
              <a:t>was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first</a:t>
            </a:r>
            <a:r>
              <a:rPr lang="hu-HU" dirty="0" smtClean="0"/>
              <a:t> major </a:t>
            </a:r>
            <a:r>
              <a:rPr lang="hu-HU" dirty="0" err="1" smtClean="0"/>
              <a:t>application</a:t>
            </a:r>
            <a:r>
              <a:rPr lang="hu-HU" dirty="0" smtClean="0"/>
              <a:t> of </a:t>
            </a:r>
            <a:r>
              <a:rPr lang="hu-HU" dirty="0" err="1" smtClean="0"/>
              <a:t>transformers</a:t>
            </a:r>
            <a:r>
              <a:rPr lang="hu-HU" dirty="0" smtClean="0"/>
              <a:t>, </a:t>
            </a:r>
            <a:r>
              <a:rPr lang="hu-HU" dirty="0" err="1" smtClean="0"/>
              <a:t>it</a:t>
            </a:r>
            <a:r>
              <a:rPr lang="hu-HU" dirty="0" smtClean="0"/>
              <a:t> is a </a:t>
            </a:r>
            <a:r>
              <a:rPr lang="hu-HU" dirty="0" err="1" smtClean="0"/>
              <a:t>neural</a:t>
            </a:r>
            <a:r>
              <a:rPr lang="hu-HU" dirty="0" smtClean="0"/>
              <a:t> </a:t>
            </a:r>
            <a:r>
              <a:rPr lang="hu-HU" dirty="0" err="1" smtClean="0"/>
              <a:t>language</a:t>
            </a:r>
            <a:r>
              <a:rPr lang="hu-HU" dirty="0" smtClean="0"/>
              <a:t> </a:t>
            </a:r>
            <a:r>
              <a:rPr lang="hu-HU" dirty="0" err="1" smtClean="0"/>
              <a:t>model</a:t>
            </a:r>
            <a:r>
              <a:rPr lang="hu-HU" dirty="0" smtClean="0"/>
              <a:t> </a:t>
            </a:r>
            <a:r>
              <a:rPr lang="hu-HU" dirty="0" err="1" smtClean="0"/>
              <a:t>trained</a:t>
            </a:r>
            <a:r>
              <a:rPr lang="hu-HU" dirty="0" smtClean="0"/>
              <a:t> </a:t>
            </a:r>
            <a:r>
              <a:rPr lang="hu-HU" dirty="0" err="1" smtClean="0"/>
              <a:t>on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masked</a:t>
            </a:r>
            <a:r>
              <a:rPr lang="hu-HU" dirty="0" smtClean="0"/>
              <a:t> </a:t>
            </a:r>
            <a:r>
              <a:rPr lang="hu-HU" dirty="0" err="1" smtClean="0"/>
              <a:t>language</a:t>
            </a:r>
            <a:r>
              <a:rPr lang="hu-HU" dirty="0" smtClean="0"/>
              <a:t> modelling </a:t>
            </a:r>
            <a:r>
              <a:rPr lang="hu-HU" dirty="0" err="1" smtClean="0"/>
              <a:t>task</a:t>
            </a:r>
            <a:r>
              <a:rPr lang="hu-HU" dirty="0" smtClean="0"/>
              <a:t>.</a:t>
            </a:r>
          </a:p>
          <a:p>
            <a:pPr lvl="1"/>
            <a:r>
              <a:rPr lang="hu-HU" dirty="0" err="1" smtClean="0"/>
              <a:t>secondary</a:t>
            </a:r>
            <a:r>
              <a:rPr lang="hu-HU" dirty="0" smtClean="0"/>
              <a:t> </a:t>
            </a:r>
            <a:r>
              <a:rPr lang="hu-HU" dirty="0" err="1" smtClean="0"/>
              <a:t>pre-training</a:t>
            </a:r>
            <a:r>
              <a:rPr lang="hu-HU" dirty="0" smtClean="0"/>
              <a:t> </a:t>
            </a:r>
            <a:r>
              <a:rPr lang="hu-HU" dirty="0" err="1" smtClean="0"/>
              <a:t>task</a:t>
            </a:r>
            <a:r>
              <a:rPr lang="hu-HU" dirty="0" smtClean="0"/>
              <a:t>: </a:t>
            </a:r>
            <a:r>
              <a:rPr lang="hu-HU" dirty="0" err="1" smtClean="0"/>
              <a:t>next</a:t>
            </a:r>
            <a:r>
              <a:rPr lang="hu-HU" dirty="0" smtClean="0"/>
              <a:t> </a:t>
            </a:r>
            <a:r>
              <a:rPr lang="hu-HU" dirty="0" err="1" smtClean="0"/>
              <a:t>sentence</a:t>
            </a:r>
            <a:r>
              <a:rPr lang="hu-HU" dirty="0" smtClean="0"/>
              <a:t> </a:t>
            </a:r>
            <a:r>
              <a:rPr lang="hu-HU" dirty="0" err="1" smtClean="0"/>
              <a:t>prediction</a:t>
            </a:r>
            <a:endParaRPr lang="hu-HU" dirty="0" smtClean="0"/>
          </a:p>
          <a:p>
            <a:pPr lvl="2"/>
            <a:r>
              <a:rPr lang="hu-HU" dirty="0" err="1" smtClean="0"/>
              <a:t>context</a:t>
            </a:r>
            <a:r>
              <a:rPr lang="hu-HU" dirty="0" smtClean="0"/>
              <a:t> </a:t>
            </a:r>
            <a:r>
              <a:rPr lang="hu-HU" dirty="0" err="1" smtClean="0"/>
              <a:t>contains</a:t>
            </a:r>
            <a:r>
              <a:rPr lang="hu-HU" dirty="0" smtClean="0"/>
              <a:t> </a:t>
            </a:r>
            <a:r>
              <a:rPr lang="hu-HU" dirty="0" err="1" smtClean="0"/>
              <a:t>two</a:t>
            </a:r>
            <a:r>
              <a:rPr lang="hu-HU" dirty="0" smtClean="0"/>
              <a:t> </a:t>
            </a:r>
            <a:r>
              <a:rPr lang="hu-HU" dirty="0" err="1" smtClean="0"/>
              <a:t>sentences</a:t>
            </a:r>
            <a:r>
              <a:rPr lang="hu-HU" dirty="0" smtClean="0"/>
              <a:t>, </a:t>
            </a:r>
            <a:r>
              <a:rPr lang="hu-HU" dirty="0" err="1" smtClean="0"/>
              <a:t>separated</a:t>
            </a:r>
            <a:r>
              <a:rPr lang="hu-HU" dirty="0" smtClean="0"/>
              <a:t> </a:t>
            </a:r>
            <a:r>
              <a:rPr lang="hu-HU" dirty="0" err="1" smtClean="0"/>
              <a:t>by</a:t>
            </a:r>
            <a:r>
              <a:rPr lang="hu-HU" dirty="0" smtClean="0"/>
              <a:t> a </a:t>
            </a:r>
            <a:r>
              <a:rPr lang="hu-HU" dirty="0" err="1" smtClean="0"/>
              <a:t>special</a:t>
            </a:r>
            <a:r>
              <a:rPr lang="hu-HU" dirty="0" smtClean="0"/>
              <a:t> </a:t>
            </a:r>
            <a:r>
              <a:rPr lang="hu-HU" dirty="0" err="1" smtClean="0"/>
              <a:t>separator</a:t>
            </a:r>
            <a:r>
              <a:rPr lang="hu-HU" dirty="0" smtClean="0"/>
              <a:t> </a:t>
            </a:r>
            <a:r>
              <a:rPr lang="hu-HU" dirty="0" err="1" smtClean="0"/>
              <a:t>token</a:t>
            </a:r>
            <a:endParaRPr lang="hu-HU" dirty="0" smtClean="0"/>
          </a:p>
          <a:p>
            <a:pPr lvl="2"/>
            <a:r>
              <a:rPr lang="hu-HU" dirty="0" err="1" smtClean="0"/>
              <a:t>does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second</a:t>
            </a:r>
            <a:r>
              <a:rPr lang="hu-HU" dirty="0" smtClean="0"/>
              <a:t> </a:t>
            </a:r>
            <a:r>
              <a:rPr lang="hu-HU" dirty="0" err="1" smtClean="0"/>
              <a:t>sentence</a:t>
            </a:r>
            <a:r>
              <a:rPr lang="hu-HU" dirty="0" smtClean="0"/>
              <a:t> </a:t>
            </a:r>
            <a:r>
              <a:rPr lang="hu-HU" dirty="0" err="1" smtClean="0"/>
              <a:t>in</a:t>
            </a:r>
            <a:r>
              <a:rPr lang="hu-HU" dirty="0" smtClean="0"/>
              <a:t> </a:t>
            </a:r>
            <a:r>
              <a:rPr lang="hu-HU" dirty="0" err="1" smtClean="0"/>
              <a:t>fact</a:t>
            </a:r>
            <a:r>
              <a:rPr lang="hu-HU" dirty="0" smtClean="0"/>
              <a:t> </a:t>
            </a:r>
            <a:r>
              <a:rPr lang="hu-HU" dirty="0" err="1" smtClean="0"/>
              <a:t>come</a:t>
            </a:r>
            <a:r>
              <a:rPr lang="hu-HU" dirty="0" smtClean="0"/>
              <a:t> </a:t>
            </a:r>
            <a:r>
              <a:rPr lang="hu-HU" dirty="0" err="1" smtClean="0"/>
              <a:t>after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first</a:t>
            </a:r>
            <a:r>
              <a:rPr lang="hu-HU" dirty="0" smtClean="0"/>
              <a:t> </a:t>
            </a:r>
            <a:r>
              <a:rPr lang="hu-HU" dirty="0" err="1" smtClean="0"/>
              <a:t>sentence</a:t>
            </a:r>
            <a:r>
              <a:rPr lang="hu-HU" dirty="0" smtClean="0"/>
              <a:t> </a:t>
            </a:r>
            <a:r>
              <a:rPr lang="hu-HU" dirty="0" err="1" smtClean="0"/>
              <a:t>in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corpus, </a:t>
            </a:r>
            <a:r>
              <a:rPr lang="hu-HU" dirty="0" err="1" smtClean="0"/>
              <a:t>or</a:t>
            </a:r>
            <a:r>
              <a:rPr lang="hu-HU" dirty="0" smtClean="0"/>
              <a:t> </a:t>
            </a:r>
            <a:r>
              <a:rPr lang="hu-HU" dirty="0" err="1" smtClean="0"/>
              <a:t>are</a:t>
            </a:r>
            <a:r>
              <a:rPr lang="hu-HU" dirty="0" smtClean="0"/>
              <a:t> </a:t>
            </a:r>
            <a:r>
              <a:rPr lang="hu-HU" dirty="0" err="1" smtClean="0"/>
              <a:t>they</a:t>
            </a:r>
            <a:r>
              <a:rPr lang="hu-HU" dirty="0" smtClean="0"/>
              <a:t> </a:t>
            </a:r>
            <a:r>
              <a:rPr lang="hu-HU" dirty="0" err="1" smtClean="0"/>
              <a:t>randomly</a:t>
            </a:r>
            <a:r>
              <a:rPr lang="hu-HU" dirty="0" smtClean="0"/>
              <a:t> </a:t>
            </a:r>
            <a:r>
              <a:rPr lang="hu-HU" dirty="0" err="1" smtClean="0"/>
              <a:t>paired</a:t>
            </a:r>
            <a:r>
              <a:rPr lang="hu-HU" dirty="0" smtClean="0"/>
              <a:t> (</a:t>
            </a:r>
            <a:r>
              <a:rPr lang="hu-HU" dirty="0" err="1" smtClean="0"/>
              <a:t>binary</a:t>
            </a:r>
            <a:r>
              <a:rPr lang="hu-HU" dirty="0" smtClean="0"/>
              <a:t> </a:t>
            </a:r>
            <a:r>
              <a:rPr lang="hu-HU" dirty="0" err="1" smtClean="0"/>
              <a:t>classification</a:t>
            </a:r>
            <a:r>
              <a:rPr lang="hu-HU" dirty="0" smtClean="0"/>
              <a:t>)</a:t>
            </a:r>
          </a:p>
          <a:p>
            <a:r>
              <a:rPr lang="hu-HU" dirty="0" err="1" smtClean="0"/>
              <a:t>Two</a:t>
            </a:r>
            <a:r>
              <a:rPr lang="hu-HU" dirty="0" smtClean="0"/>
              <a:t> main </a:t>
            </a:r>
            <a:r>
              <a:rPr lang="hu-HU" dirty="0" err="1" smtClean="0"/>
              <a:t>versions</a:t>
            </a:r>
            <a:r>
              <a:rPr lang="hu-HU" dirty="0" smtClean="0"/>
              <a:t>:</a:t>
            </a:r>
            <a:endParaRPr lang="hu-HU" dirty="0" smtClean="0"/>
          </a:p>
          <a:p>
            <a:pPr lvl="1"/>
            <a:r>
              <a:rPr lang="hu-HU" dirty="0" err="1" smtClean="0"/>
              <a:t>BERT-base</a:t>
            </a:r>
            <a:r>
              <a:rPr lang="hu-HU" dirty="0" smtClean="0"/>
              <a:t>: </a:t>
            </a:r>
            <a:r>
              <a:rPr lang="pt-BR" dirty="0" smtClean="0"/>
              <a:t>110M </a:t>
            </a:r>
            <a:r>
              <a:rPr lang="hu-HU" dirty="0" smtClean="0"/>
              <a:t>p</a:t>
            </a:r>
            <a:r>
              <a:rPr lang="pt-BR" dirty="0" smtClean="0"/>
              <a:t>arameters</a:t>
            </a:r>
            <a:r>
              <a:rPr lang="hu-HU" dirty="0" smtClean="0"/>
              <a:t>, </a:t>
            </a:r>
            <a:r>
              <a:rPr lang="pt-BR" dirty="0" smtClean="0"/>
              <a:t>12</a:t>
            </a:r>
            <a:r>
              <a:rPr lang="hu-HU" dirty="0" smtClean="0"/>
              <a:t> </a:t>
            </a:r>
            <a:r>
              <a:rPr lang="hu-HU" dirty="0" err="1" smtClean="0"/>
              <a:t>transformer</a:t>
            </a:r>
            <a:r>
              <a:rPr lang="hu-HU" dirty="0" smtClean="0"/>
              <a:t> </a:t>
            </a:r>
            <a:r>
              <a:rPr lang="hu-HU" dirty="0" err="1" smtClean="0"/>
              <a:t>blocks</a:t>
            </a:r>
            <a:r>
              <a:rPr lang="pt-BR" dirty="0" smtClean="0"/>
              <a:t>, 768</a:t>
            </a:r>
            <a:r>
              <a:rPr lang="hu-HU" dirty="0" err="1" smtClean="0"/>
              <a:t>-dimensional</a:t>
            </a:r>
            <a:r>
              <a:rPr lang="hu-HU" dirty="0" smtClean="0"/>
              <a:t> </a:t>
            </a:r>
            <a:r>
              <a:rPr lang="hu-HU" dirty="0" err="1" smtClean="0"/>
              <a:t>representation</a:t>
            </a:r>
            <a:r>
              <a:rPr lang="hu-HU" dirty="0" smtClean="0"/>
              <a:t> </a:t>
            </a:r>
            <a:r>
              <a:rPr lang="hu-HU" dirty="0" err="1" smtClean="0"/>
              <a:t>vectors</a:t>
            </a:r>
            <a:r>
              <a:rPr lang="pt-BR" dirty="0" smtClean="0"/>
              <a:t> </a:t>
            </a:r>
            <a:endParaRPr lang="hu-HU" dirty="0" smtClean="0"/>
          </a:p>
          <a:p>
            <a:pPr lvl="1"/>
            <a:r>
              <a:rPr lang="hu-HU" dirty="0" err="1" smtClean="0"/>
              <a:t>BERT-large</a:t>
            </a:r>
            <a:r>
              <a:rPr lang="hu-HU" dirty="0" smtClean="0"/>
              <a:t>: 340</a:t>
            </a:r>
            <a:r>
              <a:rPr lang="pt-BR" dirty="0" smtClean="0"/>
              <a:t>M </a:t>
            </a:r>
            <a:r>
              <a:rPr lang="hu-HU" dirty="0" smtClean="0"/>
              <a:t>p</a:t>
            </a:r>
            <a:r>
              <a:rPr lang="pt-BR" dirty="0" smtClean="0"/>
              <a:t>arameters</a:t>
            </a:r>
            <a:r>
              <a:rPr lang="hu-HU" dirty="0" smtClean="0"/>
              <a:t>, 24</a:t>
            </a:r>
            <a:r>
              <a:rPr lang="hu-HU" dirty="0"/>
              <a:t> </a:t>
            </a:r>
            <a:r>
              <a:rPr lang="hu-HU" dirty="0" err="1" smtClean="0"/>
              <a:t>transformer</a:t>
            </a:r>
            <a:r>
              <a:rPr lang="hu-HU" dirty="0" smtClean="0"/>
              <a:t> </a:t>
            </a:r>
            <a:r>
              <a:rPr lang="hu-HU" dirty="0" err="1" smtClean="0"/>
              <a:t>blocks</a:t>
            </a:r>
            <a:r>
              <a:rPr lang="pt-BR" dirty="0" smtClean="0"/>
              <a:t>, </a:t>
            </a:r>
            <a:r>
              <a:rPr lang="hu-HU" dirty="0" smtClean="0"/>
              <a:t>1024-dimensional</a:t>
            </a:r>
          </a:p>
          <a:p>
            <a:r>
              <a:rPr lang="hu-HU" dirty="0" err="1" smtClean="0"/>
              <a:t>Many</a:t>
            </a:r>
            <a:r>
              <a:rPr lang="hu-HU" dirty="0" smtClean="0"/>
              <a:t> </a:t>
            </a:r>
            <a:r>
              <a:rPr lang="hu-HU" dirty="0" err="1" smtClean="0"/>
              <a:t>variants</a:t>
            </a:r>
            <a:r>
              <a:rPr lang="hu-HU" dirty="0" smtClean="0"/>
              <a:t>:</a:t>
            </a:r>
          </a:p>
          <a:p>
            <a:pPr lvl="1"/>
            <a:r>
              <a:rPr lang="hu-HU" dirty="0" err="1" smtClean="0"/>
              <a:t>cased</a:t>
            </a:r>
            <a:r>
              <a:rPr lang="hu-HU" dirty="0" smtClean="0"/>
              <a:t> (</a:t>
            </a:r>
            <a:r>
              <a:rPr lang="hu-HU" dirty="0" err="1" smtClean="0"/>
              <a:t>distinguishes</a:t>
            </a:r>
            <a:r>
              <a:rPr lang="hu-HU" dirty="0" smtClean="0"/>
              <a:t> </a:t>
            </a:r>
            <a:r>
              <a:rPr lang="hu-HU" dirty="0" err="1" smtClean="0"/>
              <a:t>between</a:t>
            </a:r>
            <a:r>
              <a:rPr lang="hu-HU" dirty="0" smtClean="0"/>
              <a:t> </a:t>
            </a:r>
            <a:r>
              <a:rPr lang="hu-HU" dirty="0" err="1" smtClean="0"/>
              <a:t>upper</a:t>
            </a:r>
            <a:r>
              <a:rPr lang="hu-HU" dirty="0" smtClean="0"/>
              <a:t> and </a:t>
            </a:r>
            <a:r>
              <a:rPr lang="hu-HU" dirty="0" err="1" smtClean="0"/>
              <a:t>lower</a:t>
            </a:r>
            <a:r>
              <a:rPr lang="hu-HU" dirty="0" smtClean="0"/>
              <a:t> </a:t>
            </a:r>
            <a:r>
              <a:rPr lang="hu-HU" dirty="0" err="1" smtClean="0"/>
              <a:t>case</a:t>
            </a:r>
            <a:r>
              <a:rPr lang="hu-HU" dirty="0" smtClean="0"/>
              <a:t>) </a:t>
            </a:r>
            <a:r>
              <a:rPr lang="hu-HU" dirty="0" err="1" smtClean="0"/>
              <a:t>and</a:t>
            </a:r>
            <a:r>
              <a:rPr lang="hu-HU" dirty="0" smtClean="0"/>
              <a:t> </a:t>
            </a:r>
            <a:r>
              <a:rPr lang="hu-HU" dirty="0" err="1" smtClean="0"/>
              <a:t>uncased</a:t>
            </a:r>
            <a:endParaRPr lang="hu-HU" dirty="0" smtClean="0"/>
          </a:p>
          <a:p>
            <a:pPr lvl="1"/>
            <a:r>
              <a:rPr lang="hu-HU" dirty="0" err="1" smtClean="0"/>
              <a:t>monolingual</a:t>
            </a:r>
            <a:r>
              <a:rPr lang="hu-HU" dirty="0" smtClean="0"/>
              <a:t> </a:t>
            </a:r>
            <a:r>
              <a:rPr lang="hu-HU" dirty="0" err="1" smtClean="0"/>
              <a:t>vs</a:t>
            </a:r>
            <a:r>
              <a:rPr lang="hu-HU" dirty="0" smtClean="0"/>
              <a:t> </a:t>
            </a:r>
            <a:r>
              <a:rPr lang="hu-HU" dirty="0" err="1" smtClean="0"/>
              <a:t>multilingual</a:t>
            </a:r>
            <a:endParaRPr lang="hu-HU" dirty="0" smtClean="0"/>
          </a:p>
          <a:p>
            <a:pPr lvl="2"/>
            <a:r>
              <a:rPr lang="hu-HU" dirty="0" err="1" smtClean="0"/>
              <a:t>contrar</a:t>
            </a:r>
            <a:r>
              <a:rPr lang="hu-HU" dirty="0" err="1" smtClean="0"/>
              <a:t>y</a:t>
            </a:r>
            <a:r>
              <a:rPr lang="hu-HU" dirty="0" smtClean="0"/>
              <a:t> </a:t>
            </a:r>
            <a:r>
              <a:rPr lang="hu-HU" dirty="0" err="1" smtClean="0"/>
              <a:t>to</a:t>
            </a:r>
            <a:r>
              <a:rPr lang="hu-HU" dirty="0" smtClean="0"/>
              <a:t> </a:t>
            </a:r>
            <a:r>
              <a:rPr lang="hu-HU" dirty="0" err="1" smtClean="0"/>
              <a:t>expectations</a:t>
            </a:r>
            <a:r>
              <a:rPr lang="hu-HU" dirty="0" smtClean="0"/>
              <a:t>, a </a:t>
            </a:r>
            <a:r>
              <a:rPr lang="hu-HU" dirty="0" err="1" smtClean="0"/>
              <a:t>multilingual</a:t>
            </a:r>
            <a:r>
              <a:rPr lang="hu-HU" dirty="0" smtClean="0"/>
              <a:t> </a:t>
            </a:r>
            <a:r>
              <a:rPr lang="hu-HU" dirty="0" err="1" smtClean="0"/>
              <a:t>BERT</a:t>
            </a:r>
            <a:r>
              <a:rPr lang="hu-HU" dirty="0" smtClean="0"/>
              <a:t> </a:t>
            </a:r>
            <a:r>
              <a:rPr lang="hu-HU" dirty="0" err="1" smtClean="0"/>
              <a:t>model</a:t>
            </a:r>
            <a:r>
              <a:rPr lang="hu-HU" dirty="0" smtClean="0"/>
              <a:t> </a:t>
            </a:r>
            <a:r>
              <a:rPr lang="hu-HU" dirty="0" err="1" smtClean="0"/>
              <a:t>trained</a:t>
            </a:r>
            <a:r>
              <a:rPr lang="hu-HU" dirty="0" smtClean="0"/>
              <a:t> </a:t>
            </a:r>
            <a:r>
              <a:rPr lang="hu-HU" dirty="0" err="1" smtClean="0"/>
              <a:t>mainly</a:t>
            </a:r>
            <a:r>
              <a:rPr lang="hu-HU" dirty="0" smtClean="0"/>
              <a:t> </a:t>
            </a:r>
            <a:r>
              <a:rPr lang="hu-HU" dirty="0" err="1" smtClean="0"/>
              <a:t>on</a:t>
            </a:r>
            <a:r>
              <a:rPr lang="hu-HU" dirty="0" smtClean="0"/>
              <a:t> English plus </a:t>
            </a:r>
            <a:r>
              <a:rPr lang="hu-HU" dirty="0" err="1" smtClean="0"/>
              <a:t>on</a:t>
            </a:r>
            <a:r>
              <a:rPr lang="hu-HU" dirty="0" smtClean="0"/>
              <a:t> </a:t>
            </a:r>
            <a:r>
              <a:rPr lang="hu-HU" dirty="0" err="1" smtClean="0"/>
              <a:t>many</a:t>
            </a:r>
            <a:r>
              <a:rPr lang="hu-HU" dirty="0" smtClean="0"/>
              <a:t> </a:t>
            </a:r>
            <a:r>
              <a:rPr lang="hu-HU" dirty="0" err="1" smtClean="0"/>
              <a:t>other</a:t>
            </a:r>
            <a:r>
              <a:rPr lang="hu-HU" dirty="0" smtClean="0"/>
              <a:t> </a:t>
            </a:r>
            <a:r>
              <a:rPr lang="hu-HU" dirty="0" err="1" smtClean="0"/>
              <a:t>languages</a:t>
            </a:r>
            <a:r>
              <a:rPr lang="hu-HU" dirty="0" smtClean="0"/>
              <a:t> </a:t>
            </a:r>
            <a:r>
              <a:rPr lang="hu-HU" dirty="0" err="1" smtClean="0"/>
              <a:t>works</a:t>
            </a:r>
            <a:r>
              <a:rPr lang="hu-HU" dirty="0" smtClean="0"/>
              <a:t> </a:t>
            </a:r>
            <a:r>
              <a:rPr lang="hu-HU" dirty="0" err="1" smtClean="0"/>
              <a:t>better</a:t>
            </a:r>
            <a:r>
              <a:rPr lang="hu-HU" dirty="0" smtClean="0"/>
              <a:t> </a:t>
            </a:r>
            <a:r>
              <a:rPr lang="hu-HU" dirty="0" err="1" smtClean="0"/>
              <a:t>for</a:t>
            </a:r>
            <a:r>
              <a:rPr lang="hu-HU" dirty="0"/>
              <a:t> </a:t>
            </a:r>
            <a:r>
              <a:rPr lang="hu-HU" dirty="0" smtClean="0"/>
              <a:t>a </a:t>
            </a:r>
            <a:r>
              <a:rPr lang="hu-HU" dirty="0" err="1" smtClean="0"/>
              <a:t>language</a:t>
            </a:r>
            <a:r>
              <a:rPr lang="hu-HU" dirty="0" smtClean="0"/>
              <a:t> </a:t>
            </a:r>
            <a:r>
              <a:rPr lang="hu-HU" dirty="0" err="1" smtClean="0"/>
              <a:t>like</a:t>
            </a:r>
            <a:r>
              <a:rPr lang="hu-HU" dirty="0" smtClean="0"/>
              <a:t> </a:t>
            </a:r>
            <a:r>
              <a:rPr lang="hu-HU" dirty="0" err="1" smtClean="0"/>
              <a:t>German</a:t>
            </a:r>
            <a:r>
              <a:rPr lang="hu-HU" dirty="0" smtClean="0"/>
              <a:t> </a:t>
            </a:r>
            <a:r>
              <a:rPr lang="hu-HU" dirty="0" err="1" smtClean="0"/>
              <a:t>or</a:t>
            </a:r>
            <a:r>
              <a:rPr lang="hu-HU" dirty="0" smtClean="0"/>
              <a:t> </a:t>
            </a:r>
            <a:r>
              <a:rPr lang="hu-HU" dirty="0" err="1" smtClean="0"/>
              <a:t>French</a:t>
            </a:r>
            <a:r>
              <a:rPr lang="hu-HU" dirty="0" smtClean="0"/>
              <a:t> </a:t>
            </a:r>
            <a:r>
              <a:rPr lang="hu-HU" dirty="0" err="1" smtClean="0"/>
              <a:t>than</a:t>
            </a:r>
            <a:r>
              <a:rPr lang="hu-HU" dirty="0" smtClean="0"/>
              <a:t> </a:t>
            </a:r>
            <a:r>
              <a:rPr lang="hu-HU" dirty="0" err="1" smtClean="0"/>
              <a:t>a</a:t>
            </a:r>
            <a:r>
              <a:rPr lang="hu-HU" dirty="0" smtClean="0"/>
              <a:t> </a:t>
            </a:r>
            <a:r>
              <a:rPr lang="hu-HU" dirty="0" err="1" smtClean="0"/>
              <a:t>BERT</a:t>
            </a:r>
            <a:r>
              <a:rPr lang="hu-HU" dirty="0" smtClean="0"/>
              <a:t> </a:t>
            </a:r>
            <a:r>
              <a:rPr lang="hu-HU" dirty="0" err="1" smtClean="0"/>
              <a:t>model</a:t>
            </a:r>
            <a:r>
              <a:rPr lang="hu-HU" dirty="0" smtClean="0"/>
              <a:t> </a:t>
            </a:r>
            <a:r>
              <a:rPr lang="hu-HU" dirty="0" err="1" smtClean="0"/>
              <a:t>trained</a:t>
            </a:r>
            <a:r>
              <a:rPr lang="hu-HU" dirty="0" smtClean="0"/>
              <a:t> </a:t>
            </a:r>
            <a:r>
              <a:rPr lang="hu-HU" dirty="0" err="1" smtClean="0"/>
              <a:t>specifically</a:t>
            </a:r>
            <a:r>
              <a:rPr lang="hu-HU" dirty="0" smtClean="0"/>
              <a:t> </a:t>
            </a:r>
            <a:r>
              <a:rPr lang="hu-HU" dirty="0" err="1" smtClean="0"/>
              <a:t>on</a:t>
            </a:r>
            <a:r>
              <a:rPr lang="hu-HU" dirty="0" smtClean="0"/>
              <a:t> </a:t>
            </a:r>
            <a:r>
              <a:rPr lang="hu-HU" dirty="0" err="1" smtClean="0"/>
              <a:t>a</a:t>
            </a:r>
            <a:r>
              <a:rPr lang="hu-HU" dirty="0" smtClean="0"/>
              <a:t> </a:t>
            </a:r>
            <a:r>
              <a:rPr lang="hu-HU" dirty="0" err="1" smtClean="0"/>
              <a:t>German</a:t>
            </a:r>
            <a:r>
              <a:rPr lang="hu-HU" dirty="0" smtClean="0"/>
              <a:t> </a:t>
            </a:r>
            <a:r>
              <a:rPr lang="hu-HU" dirty="0" err="1" smtClean="0"/>
              <a:t>or</a:t>
            </a:r>
            <a:r>
              <a:rPr lang="hu-HU" dirty="0" smtClean="0"/>
              <a:t> </a:t>
            </a:r>
            <a:r>
              <a:rPr lang="hu-HU" dirty="0" err="1" smtClean="0"/>
              <a:t>French</a:t>
            </a:r>
            <a:r>
              <a:rPr lang="hu-HU" dirty="0" smtClean="0"/>
              <a:t> corpus</a:t>
            </a:r>
            <a:endParaRPr lang="hu-HU" dirty="0" smtClean="0"/>
          </a:p>
        </p:txBody>
      </p:sp>
    </p:spTree>
    <p:extLst>
      <p:ext uri="{BB962C8B-B14F-4D97-AF65-F5344CB8AC3E}">
        <p14:creationId xmlns:p14="http://schemas.microsoft.com/office/powerpoint/2010/main" val="37431010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 smtClean="0"/>
              <a:t>BERT</a:t>
            </a:r>
            <a:endParaRPr lang="en-GB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hu-HU" dirty="0" err="1" smtClean="0"/>
              <a:t>Shortly</a:t>
            </a:r>
            <a:r>
              <a:rPr lang="hu-HU" dirty="0" smtClean="0"/>
              <a:t> </a:t>
            </a:r>
            <a:r>
              <a:rPr lang="hu-HU" dirty="0" err="1" smtClean="0"/>
              <a:t>after</a:t>
            </a:r>
            <a:r>
              <a:rPr lang="hu-HU" dirty="0" smtClean="0"/>
              <a:t> </a:t>
            </a:r>
            <a:r>
              <a:rPr lang="hu-HU" dirty="0" err="1" smtClean="0"/>
              <a:t>it</a:t>
            </a:r>
            <a:r>
              <a:rPr lang="hu-HU" dirty="0" smtClean="0"/>
              <a:t> </a:t>
            </a:r>
            <a:r>
              <a:rPr lang="hu-HU" dirty="0" err="1" smtClean="0"/>
              <a:t>was</a:t>
            </a:r>
            <a:r>
              <a:rPr lang="hu-HU" dirty="0" smtClean="0"/>
              <a:t> </a:t>
            </a:r>
            <a:r>
              <a:rPr lang="hu-HU" dirty="0" err="1" smtClean="0"/>
              <a:t>released</a:t>
            </a:r>
            <a:r>
              <a:rPr lang="hu-HU" dirty="0" smtClean="0"/>
              <a:t>, </a:t>
            </a:r>
            <a:r>
              <a:rPr lang="hu-HU" dirty="0" err="1" smtClean="0"/>
              <a:t>by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end of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decade</a:t>
            </a:r>
            <a:r>
              <a:rPr lang="hu-HU" dirty="0" smtClean="0"/>
              <a:t>, </a:t>
            </a:r>
            <a:r>
              <a:rPr lang="hu-HU" dirty="0" err="1" smtClean="0"/>
              <a:t>BERT</a:t>
            </a:r>
            <a:r>
              <a:rPr lang="hu-HU" dirty="0" smtClean="0"/>
              <a:t> </a:t>
            </a:r>
            <a:r>
              <a:rPr lang="hu-HU" dirty="0" err="1" smtClean="0"/>
              <a:t>revolutionised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way</a:t>
            </a:r>
            <a:r>
              <a:rPr lang="hu-HU" dirty="0" smtClean="0"/>
              <a:t> </a:t>
            </a:r>
            <a:r>
              <a:rPr lang="hu-HU" dirty="0" err="1" smtClean="0"/>
              <a:t>people</a:t>
            </a:r>
            <a:r>
              <a:rPr lang="hu-HU" dirty="0" smtClean="0"/>
              <a:t> </a:t>
            </a:r>
            <a:r>
              <a:rPr lang="hu-HU" dirty="0" err="1" smtClean="0"/>
              <a:t>were</a:t>
            </a:r>
            <a:r>
              <a:rPr lang="hu-HU" dirty="0" smtClean="0"/>
              <a:t> </a:t>
            </a:r>
            <a:r>
              <a:rPr lang="hu-HU" dirty="0" err="1" smtClean="0"/>
              <a:t>doing</a:t>
            </a:r>
            <a:r>
              <a:rPr lang="hu-HU" dirty="0" smtClean="0"/>
              <a:t> </a:t>
            </a:r>
            <a:r>
              <a:rPr lang="hu-HU" dirty="0" err="1" smtClean="0"/>
              <a:t>NLP</a:t>
            </a:r>
            <a:r>
              <a:rPr lang="hu-HU" dirty="0" smtClean="0"/>
              <a:t>.</a:t>
            </a:r>
          </a:p>
          <a:p>
            <a:r>
              <a:rPr lang="hu-HU" dirty="0" err="1" smtClean="0"/>
              <a:t>Previously</a:t>
            </a:r>
            <a:r>
              <a:rPr lang="hu-HU" dirty="0"/>
              <a:t> </a:t>
            </a:r>
            <a:r>
              <a:rPr lang="hu-HU" dirty="0" err="1" smtClean="0"/>
              <a:t>when</a:t>
            </a:r>
            <a:r>
              <a:rPr lang="hu-HU" dirty="0" smtClean="0"/>
              <a:t> </a:t>
            </a:r>
            <a:r>
              <a:rPr lang="hu-HU" b="1" dirty="0" err="1" smtClean="0"/>
              <a:t>training</a:t>
            </a:r>
            <a:r>
              <a:rPr lang="hu-HU" b="1" dirty="0" smtClean="0"/>
              <a:t> </a:t>
            </a:r>
            <a:r>
              <a:rPr lang="hu-HU" dirty="0" smtClean="0"/>
              <a:t>a </a:t>
            </a:r>
            <a:r>
              <a:rPr lang="hu-HU" dirty="0" err="1" smtClean="0"/>
              <a:t>machine</a:t>
            </a:r>
            <a:r>
              <a:rPr lang="hu-HU" dirty="0" smtClean="0"/>
              <a:t> </a:t>
            </a:r>
            <a:r>
              <a:rPr lang="hu-HU" dirty="0" err="1" smtClean="0"/>
              <a:t>learning</a:t>
            </a:r>
            <a:r>
              <a:rPr lang="hu-HU" dirty="0" smtClean="0"/>
              <a:t> </a:t>
            </a:r>
            <a:r>
              <a:rPr lang="hu-HU" dirty="0" err="1" smtClean="0"/>
              <a:t>model</a:t>
            </a:r>
            <a:r>
              <a:rPr lang="hu-HU" dirty="0" smtClean="0"/>
              <a:t> </a:t>
            </a:r>
            <a:r>
              <a:rPr lang="hu-HU" dirty="0" err="1" smtClean="0"/>
              <a:t>for</a:t>
            </a:r>
            <a:r>
              <a:rPr lang="hu-HU" dirty="0"/>
              <a:t> </a:t>
            </a:r>
            <a:r>
              <a:rPr lang="hu-HU" dirty="0" err="1" smtClean="0"/>
              <a:t>a</a:t>
            </a:r>
            <a:r>
              <a:rPr lang="hu-HU" dirty="0" smtClean="0"/>
              <a:t> </a:t>
            </a:r>
            <a:r>
              <a:rPr lang="hu-HU" dirty="0" err="1" smtClean="0"/>
              <a:t>task</a:t>
            </a:r>
            <a:r>
              <a:rPr lang="hu-HU" dirty="0" smtClean="0"/>
              <a:t> </a:t>
            </a:r>
            <a:r>
              <a:rPr lang="hu-HU" dirty="0" err="1" smtClean="0"/>
              <a:t>like</a:t>
            </a:r>
            <a:r>
              <a:rPr lang="hu-HU" dirty="0" smtClean="0"/>
              <a:t> text </a:t>
            </a:r>
            <a:r>
              <a:rPr lang="hu-HU" dirty="0" err="1" smtClean="0"/>
              <a:t>classification</a:t>
            </a:r>
            <a:r>
              <a:rPr lang="hu-HU" dirty="0" smtClean="0"/>
              <a:t> </a:t>
            </a:r>
            <a:r>
              <a:rPr lang="hu-HU" dirty="0" err="1" smtClean="0"/>
              <a:t>or</a:t>
            </a:r>
            <a:r>
              <a:rPr lang="hu-HU" dirty="0" smtClean="0"/>
              <a:t> </a:t>
            </a:r>
            <a:r>
              <a:rPr lang="hu-HU" dirty="0" err="1" smtClean="0"/>
              <a:t>sentiment</a:t>
            </a:r>
            <a:r>
              <a:rPr lang="hu-HU" dirty="0" smtClean="0"/>
              <a:t> </a:t>
            </a:r>
            <a:r>
              <a:rPr lang="hu-HU" dirty="0" err="1" smtClean="0"/>
              <a:t>analysis</a:t>
            </a:r>
            <a:r>
              <a:rPr lang="hu-HU" dirty="0" smtClean="0"/>
              <a:t>:</a:t>
            </a:r>
          </a:p>
          <a:p>
            <a:pPr lvl="1"/>
            <a:r>
              <a:rPr lang="hu-HU" dirty="0" err="1" smtClean="0"/>
              <a:t>you</a:t>
            </a:r>
            <a:r>
              <a:rPr lang="hu-HU" dirty="0" smtClean="0"/>
              <a:t> </a:t>
            </a:r>
            <a:r>
              <a:rPr lang="hu-HU" dirty="0" err="1" smtClean="0"/>
              <a:t>processed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input </a:t>
            </a:r>
            <a:r>
              <a:rPr lang="hu-HU" dirty="0" err="1" smtClean="0"/>
              <a:t>documents</a:t>
            </a:r>
            <a:r>
              <a:rPr lang="hu-HU" dirty="0" smtClean="0"/>
              <a:t> </a:t>
            </a:r>
            <a:r>
              <a:rPr lang="hu-HU" dirty="0" err="1" smtClean="0"/>
              <a:t>using</a:t>
            </a:r>
            <a:r>
              <a:rPr lang="hu-HU" dirty="0" smtClean="0"/>
              <a:t> an </a:t>
            </a:r>
            <a:r>
              <a:rPr lang="hu-HU" b="1" dirty="0" err="1" smtClean="0"/>
              <a:t>NLP</a:t>
            </a:r>
            <a:r>
              <a:rPr lang="hu-HU" b="1" dirty="0" smtClean="0"/>
              <a:t> </a:t>
            </a:r>
            <a:r>
              <a:rPr lang="hu-HU" b="1" dirty="0" err="1" smtClean="0"/>
              <a:t>pipeline</a:t>
            </a:r>
            <a:r>
              <a:rPr lang="hu-HU" b="1" dirty="0" smtClean="0"/>
              <a:t> </a:t>
            </a:r>
            <a:r>
              <a:rPr lang="hu-HU" dirty="0" err="1" smtClean="0"/>
              <a:t>to</a:t>
            </a:r>
            <a:r>
              <a:rPr lang="hu-HU" dirty="0" smtClean="0"/>
              <a:t> </a:t>
            </a:r>
            <a:r>
              <a:rPr lang="hu-HU" b="1" dirty="0" err="1" smtClean="0"/>
              <a:t>extract</a:t>
            </a:r>
            <a:r>
              <a:rPr lang="hu-HU" b="1" dirty="0" smtClean="0"/>
              <a:t> </a:t>
            </a:r>
            <a:r>
              <a:rPr lang="hu-HU" b="1" dirty="0" err="1" smtClean="0"/>
              <a:t>useful</a:t>
            </a:r>
            <a:r>
              <a:rPr lang="hu-HU" b="1" dirty="0" smtClean="0"/>
              <a:t> </a:t>
            </a:r>
            <a:r>
              <a:rPr lang="hu-HU" b="1" dirty="0" err="1" smtClean="0"/>
              <a:t>features</a:t>
            </a:r>
            <a:r>
              <a:rPr lang="hu-HU" b="1" dirty="0" smtClean="0"/>
              <a:t> </a:t>
            </a:r>
            <a:r>
              <a:rPr lang="hu-HU" dirty="0" smtClean="0"/>
              <a:t>(</a:t>
            </a:r>
            <a:r>
              <a:rPr lang="hu-HU" dirty="0" err="1" smtClean="0"/>
              <a:t>lemmata</a:t>
            </a:r>
            <a:r>
              <a:rPr lang="hu-HU" dirty="0" smtClean="0"/>
              <a:t>, POS, </a:t>
            </a:r>
            <a:r>
              <a:rPr lang="hu-HU" dirty="0" err="1" smtClean="0"/>
              <a:t>morphological</a:t>
            </a:r>
            <a:r>
              <a:rPr lang="hu-HU" dirty="0" smtClean="0"/>
              <a:t> </a:t>
            </a:r>
            <a:r>
              <a:rPr lang="hu-HU" dirty="0" err="1" smtClean="0"/>
              <a:t>features</a:t>
            </a:r>
            <a:r>
              <a:rPr lang="hu-HU" dirty="0" smtClean="0"/>
              <a:t>, </a:t>
            </a:r>
            <a:r>
              <a:rPr lang="hu-HU" dirty="0" err="1" smtClean="0"/>
              <a:t>syntactic</a:t>
            </a:r>
            <a:r>
              <a:rPr lang="hu-HU" dirty="0" smtClean="0"/>
              <a:t> </a:t>
            </a:r>
            <a:r>
              <a:rPr lang="hu-HU" dirty="0" err="1" smtClean="0"/>
              <a:t>relationships</a:t>
            </a:r>
            <a:r>
              <a:rPr lang="hu-HU" dirty="0" smtClean="0"/>
              <a:t>)</a:t>
            </a:r>
          </a:p>
          <a:p>
            <a:pPr lvl="1"/>
            <a:r>
              <a:rPr lang="hu-HU" dirty="0" err="1" smtClean="0"/>
              <a:t>you</a:t>
            </a:r>
            <a:r>
              <a:rPr lang="hu-HU" dirty="0" smtClean="0"/>
              <a:t> </a:t>
            </a:r>
            <a:r>
              <a:rPr lang="hu-HU" b="1" dirty="0" err="1" smtClean="0"/>
              <a:t>transformed</a:t>
            </a:r>
            <a:r>
              <a:rPr lang="hu-HU" b="1" dirty="0" smtClean="0"/>
              <a:t> </a:t>
            </a:r>
            <a:r>
              <a:rPr lang="hu-HU" b="1" dirty="0" err="1" smtClean="0"/>
              <a:t>these</a:t>
            </a:r>
            <a:r>
              <a:rPr lang="hu-HU" b="1" dirty="0" smtClean="0"/>
              <a:t> </a:t>
            </a:r>
            <a:r>
              <a:rPr lang="hu-HU" b="1" dirty="0" err="1" smtClean="0"/>
              <a:t>features</a:t>
            </a:r>
            <a:r>
              <a:rPr lang="hu-HU" b="1" dirty="0" smtClean="0"/>
              <a:t> </a:t>
            </a:r>
            <a:r>
              <a:rPr lang="hu-HU" b="1" dirty="0" err="1" smtClean="0"/>
              <a:t>into</a:t>
            </a:r>
            <a:r>
              <a:rPr lang="hu-HU" b="1" dirty="0" smtClean="0"/>
              <a:t> a </a:t>
            </a:r>
            <a:r>
              <a:rPr lang="hu-HU" b="1" dirty="0" err="1" smtClean="0"/>
              <a:t>vector</a:t>
            </a:r>
            <a:r>
              <a:rPr lang="hu-HU" b="1" dirty="0"/>
              <a:t> </a:t>
            </a:r>
            <a:r>
              <a:rPr lang="hu-HU" dirty="0" smtClean="0"/>
              <a:t>and </a:t>
            </a:r>
            <a:r>
              <a:rPr lang="hu-HU" dirty="0" err="1" smtClean="0"/>
              <a:t>used</a:t>
            </a:r>
            <a:r>
              <a:rPr lang="hu-HU" dirty="0" smtClean="0"/>
              <a:t> </a:t>
            </a:r>
            <a:r>
              <a:rPr lang="hu-HU" dirty="0" err="1" smtClean="0"/>
              <a:t>these</a:t>
            </a:r>
            <a:r>
              <a:rPr lang="hu-HU" dirty="0" smtClean="0"/>
              <a:t> </a:t>
            </a:r>
            <a:r>
              <a:rPr lang="hu-HU" dirty="0" smtClean="0"/>
              <a:t>text </a:t>
            </a:r>
            <a:r>
              <a:rPr lang="hu-HU" dirty="0" err="1" smtClean="0"/>
              <a:t>vectors</a:t>
            </a:r>
            <a:r>
              <a:rPr lang="hu-HU" dirty="0" smtClean="0"/>
              <a:t> </a:t>
            </a:r>
            <a:r>
              <a:rPr lang="hu-HU" dirty="0" err="1" smtClean="0"/>
              <a:t>both</a:t>
            </a:r>
            <a:r>
              <a:rPr lang="hu-HU" dirty="0" smtClean="0"/>
              <a:t> </a:t>
            </a:r>
            <a:r>
              <a:rPr lang="hu-HU" dirty="0" err="1" smtClean="0"/>
              <a:t>to</a:t>
            </a:r>
            <a:r>
              <a:rPr lang="hu-HU" dirty="0" smtClean="0"/>
              <a:t> </a:t>
            </a:r>
            <a:r>
              <a:rPr lang="hu-HU" dirty="0" err="1" smtClean="0"/>
              <a:t>train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classifier</a:t>
            </a:r>
            <a:r>
              <a:rPr lang="hu-HU" dirty="0" smtClean="0"/>
              <a:t> </a:t>
            </a:r>
            <a:r>
              <a:rPr lang="hu-HU" dirty="0" err="1" smtClean="0"/>
              <a:t>model</a:t>
            </a:r>
            <a:r>
              <a:rPr lang="hu-HU" dirty="0" smtClean="0"/>
              <a:t> and </a:t>
            </a:r>
            <a:r>
              <a:rPr lang="hu-HU" dirty="0" err="1" smtClean="0"/>
              <a:t>to</a:t>
            </a:r>
            <a:r>
              <a:rPr lang="hu-HU" dirty="0" smtClean="0"/>
              <a:t> </a:t>
            </a:r>
            <a:r>
              <a:rPr lang="hu-HU" dirty="0" err="1" smtClean="0"/>
              <a:t>predict</a:t>
            </a:r>
            <a:r>
              <a:rPr lang="hu-HU" dirty="0" smtClean="0"/>
              <a:t> a </a:t>
            </a:r>
            <a:r>
              <a:rPr lang="hu-HU" dirty="0" err="1" smtClean="0"/>
              <a:t>class</a:t>
            </a:r>
            <a:r>
              <a:rPr lang="hu-HU" dirty="0" smtClean="0"/>
              <a:t> </a:t>
            </a:r>
            <a:r>
              <a:rPr lang="hu-HU" dirty="0" err="1" smtClean="0"/>
              <a:t>label</a:t>
            </a:r>
            <a:r>
              <a:rPr lang="hu-HU" dirty="0" smtClean="0"/>
              <a:t> </a:t>
            </a:r>
            <a:r>
              <a:rPr lang="hu-HU" dirty="0" err="1" smtClean="0"/>
              <a:t>with</a:t>
            </a:r>
            <a:r>
              <a:rPr lang="hu-HU" dirty="0" smtClean="0"/>
              <a:t> </a:t>
            </a:r>
            <a:r>
              <a:rPr lang="hu-HU" dirty="0" err="1" smtClean="0"/>
              <a:t>it</a:t>
            </a:r>
            <a:endParaRPr lang="hu-HU" dirty="0" smtClean="0"/>
          </a:p>
          <a:p>
            <a:pPr lvl="2"/>
            <a:r>
              <a:rPr lang="hu-HU" dirty="0" err="1" smtClean="0"/>
              <a:t>this</a:t>
            </a:r>
            <a:r>
              <a:rPr lang="hu-HU" dirty="0" smtClean="0"/>
              <a:t> </a:t>
            </a:r>
            <a:r>
              <a:rPr lang="hu-HU" dirty="0" err="1" smtClean="0"/>
              <a:t>approach</a:t>
            </a:r>
            <a:r>
              <a:rPr lang="hu-HU" dirty="0" smtClean="0"/>
              <a:t> </a:t>
            </a:r>
            <a:r>
              <a:rPr lang="hu-HU" b="1" dirty="0" err="1" smtClean="0"/>
              <a:t>requires</a:t>
            </a:r>
            <a:r>
              <a:rPr lang="hu-HU" b="1" dirty="0" smtClean="0"/>
              <a:t> a </a:t>
            </a:r>
            <a:r>
              <a:rPr lang="hu-HU" b="1" dirty="0" err="1" smtClean="0"/>
              <a:t>good</a:t>
            </a:r>
            <a:r>
              <a:rPr lang="hu-HU" b="1" dirty="0" smtClean="0"/>
              <a:t> </a:t>
            </a:r>
            <a:r>
              <a:rPr lang="hu-HU" b="1" dirty="0" err="1" smtClean="0"/>
              <a:t>understanding</a:t>
            </a:r>
            <a:r>
              <a:rPr lang="hu-HU" b="1" dirty="0" smtClean="0"/>
              <a:t> of </a:t>
            </a:r>
            <a:r>
              <a:rPr lang="hu-HU" b="1" dirty="0" err="1" smtClean="0"/>
              <a:t>the</a:t>
            </a:r>
            <a:r>
              <a:rPr lang="hu-HU" b="1" dirty="0" smtClean="0"/>
              <a:t> </a:t>
            </a:r>
            <a:r>
              <a:rPr lang="hu-HU" b="1" dirty="0" err="1" smtClean="0"/>
              <a:t>pipeline</a:t>
            </a:r>
            <a:r>
              <a:rPr lang="hu-HU" b="1" dirty="0" smtClean="0"/>
              <a:t> </a:t>
            </a:r>
            <a:r>
              <a:rPr lang="hu-HU" dirty="0" smtClean="0"/>
              <a:t>and </a:t>
            </a:r>
            <a:r>
              <a:rPr lang="hu-HU" b="1" dirty="0" err="1" smtClean="0"/>
              <a:t>manual</a:t>
            </a:r>
            <a:r>
              <a:rPr lang="hu-HU" b="1" dirty="0" smtClean="0"/>
              <a:t> </a:t>
            </a:r>
            <a:r>
              <a:rPr lang="hu-HU" b="1" dirty="0" err="1" smtClean="0"/>
              <a:t>feature</a:t>
            </a:r>
            <a:r>
              <a:rPr lang="hu-HU" b="1" dirty="0" smtClean="0"/>
              <a:t> </a:t>
            </a:r>
            <a:r>
              <a:rPr lang="hu-HU" b="1" dirty="0" err="1" smtClean="0"/>
              <a:t>engineering</a:t>
            </a:r>
            <a:r>
              <a:rPr lang="hu-HU" b="1" dirty="0" smtClean="0"/>
              <a:t> </a:t>
            </a:r>
            <a:r>
              <a:rPr lang="hu-HU" dirty="0" err="1" smtClean="0"/>
              <a:t>to</a:t>
            </a:r>
            <a:r>
              <a:rPr lang="hu-HU" dirty="0" smtClean="0"/>
              <a:t> </a:t>
            </a:r>
            <a:r>
              <a:rPr lang="hu-HU" dirty="0" err="1" smtClean="0"/>
              <a:t>work</a:t>
            </a:r>
            <a:r>
              <a:rPr lang="hu-HU" dirty="0" smtClean="0"/>
              <a:t> </a:t>
            </a:r>
            <a:r>
              <a:rPr lang="hu-HU" dirty="0" err="1" smtClean="0"/>
              <a:t>well</a:t>
            </a:r>
            <a:endParaRPr lang="hu-HU" dirty="0" smtClean="0"/>
          </a:p>
          <a:p>
            <a:r>
              <a:rPr lang="hu-HU" dirty="0" err="1" smtClean="0"/>
              <a:t>After</a:t>
            </a:r>
            <a:r>
              <a:rPr lang="hu-HU" dirty="0" smtClean="0"/>
              <a:t> </a:t>
            </a:r>
            <a:r>
              <a:rPr lang="hu-HU" dirty="0" err="1" smtClean="0"/>
              <a:t>BERT</a:t>
            </a:r>
            <a:r>
              <a:rPr lang="hu-HU" dirty="0" smtClean="0"/>
              <a:t>:</a:t>
            </a:r>
          </a:p>
          <a:p>
            <a:pPr lvl="1"/>
            <a:r>
              <a:rPr lang="hu-HU" dirty="0" err="1" smtClean="0"/>
              <a:t>you</a:t>
            </a:r>
            <a:r>
              <a:rPr lang="hu-HU" dirty="0" smtClean="0"/>
              <a:t> </a:t>
            </a:r>
            <a:r>
              <a:rPr lang="hu-HU" dirty="0" err="1" smtClean="0"/>
              <a:t>pass</a:t>
            </a:r>
            <a:r>
              <a:rPr lang="hu-HU" dirty="0" smtClean="0"/>
              <a:t> </a:t>
            </a:r>
            <a:r>
              <a:rPr lang="hu-HU" b="1" dirty="0" err="1" smtClean="0"/>
              <a:t>raw</a:t>
            </a:r>
            <a:r>
              <a:rPr lang="hu-HU" b="1" dirty="0" smtClean="0"/>
              <a:t> </a:t>
            </a:r>
            <a:r>
              <a:rPr lang="hu-HU" b="1" dirty="0" err="1" smtClean="0"/>
              <a:t>documents</a:t>
            </a:r>
            <a:r>
              <a:rPr lang="hu-HU" b="1" dirty="0" smtClean="0"/>
              <a:t> </a:t>
            </a:r>
            <a:r>
              <a:rPr lang="hu-HU" dirty="0" err="1" smtClean="0"/>
              <a:t>to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BERT</a:t>
            </a:r>
            <a:r>
              <a:rPr lang="hu-HU" dirty="0" smtClean="0"/>
              <a:t> </a:t>
            </a:r>
            <a:r>
              <a:rPr lang="hu-HU" dirty="0" err="1" smtClean="0"/>
              <a:t>model</a:t>
            </a:r>
            <a:endParaRPr lang="hu-HU" dirty="0" smtClean="0"/>
          </a:p>
          <a:p>
            <a:pPr lvl="2"/>
            <a:r>
              <a:rPr lang="hu-HU" dirty="0" err="1" smtClean="0"/>
              <a:t>these</a:t>
            </a:r>
            <a:r>
              <a:rPr lang="hu-HU" dirty="0" smtClean="0"/>
              <a:t> </a:t>
            </a:r>
            <a:r>
              <a:rPr lang="hu-HU" dirty="0" err="1" smtClean="0"/>
              <a:t>are</a:t>
            </a:r>
            <a:r>
              <a:rPr lang="hu-HU" dirty="0" smtClean="0"/>
              <a:t> </a:t>
            </a:r>
            <a:r>
              <a:rPr lang="hu-HU" dirty="0" err="1" smtClean="0"/>
              <a:t>automatically</a:t>
            </a:r>
            <a:r>
              <a:rPr lang="hu-HU" dirty="0" smtClean="0"/>
              <a:t> </a:t>
            </a:r>
            <a:r>
              <a:rPr lang="hu-HU" dirty="0" err="1" smtClean="0"/>
              <a:t>tokenised</a:t>
            </a:r>
            <a:r>
              <a:rPr lang="hu-HU" dirty="0" smtClean="0"/>
              <a:t> and </a:t>
            </a:r>
            <a:r>
              <a:rPr lang="hu-HU" dirty="0" err="1" smtClean="0"/>
              <a:t>converted</a:t>
            </a:r>
            <a:r>
              <a:rPr lang="hu-HU" dirty="0" smtClean="0"/>
              <a:t> </a:t>
            </a:r>
            <a:r>
              <a:rPr lang="hu-HU" dirty="0" err="1" smtClean="0"/>
              <a:t>into</a:t>
            </a:r>
            <a:r>
              <a:rPr lang="hu-HU" dirty="0" smtClean="0"/>
              <a:t> a </a:t>
            </a:r>
            <a:r>
              <a:rPr lang="hu-HU" dirty="0" err="1" smtClean="0"/>
              <a:t>vector</a:t>
            </a:r>
            <a:r>
              <a:rPr lang="hu-HU" dirty="0" smtClean="0"/>
              <a:t> </a:t>
            </a:r>
            <a:r>
              <a:rPr lang="hu-HU" dirty="0" err="1" smtClean="0"/>
              <a:t>representation</a:t>
            </a:r>
            <a:r>
              <a:rPr lang="hu-HU" dirty="0" smtClean="0"/>
              <a:t> </a:t>
            </a:r>
            <a:r>
              <a:rPr lang="hu-HU" dirty="0" err="1" smtClean="0"/>
              <a:t>in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background</a:t>
            </a:r>
            <a:endParaRPr lang="hu-HU" dirty="0" smtClean="0"/>
          </a:p>
          <a:p>
            <a:pPr lvl="1"/>
            <a:r>
              <a:rPr lang="hu-HU" dirty="0" err="1" smtClean="0"/>
              <a:t>you</a:t>
            </a:r>
            <a:r>
              <a:rPr lang="hu-HU" dirty="0" smtClean="0"/>
              <a:t> </a:t>
            </a:r>
            <a:r>
              <a:rPr lang="hu-HU" b="1" dirty="0" err="1" smtClean="0"/>
              <a:t>select</a:t>
            </a:r>
            <a:r>
              <a:rPr lang="hu-HU" b="1" dirty="0" smtClean="0"/>
              <a:t> </a:t>
            </a:r>
            <a:r>
              <a:rPr lang="hu-HU" b="1" dirty="0" err="1" smtClean="0"/>
              <a:t>the</a:t>
            </a:r>
            <a:r>
              <a:rPr lang="hu-HU" b="1" dirty="0" smtClean="0"/>
              <a:t> </a:t>
            </a:r>
            <a:r>
              <a:rPr lang="hu-HU" b="1" dirty="0" err="1" smtClean="0"/>
              <a:t>type</a:t>
            </a:r>
            <a:r>
              <a:rPr lang="hu-HU" b="1" dirty="0" smtClean="0"/>
              <a:t> of </a:t>
            </a:r>
            <a:r>
              <a:rPr lang="hu-HU" b="1" dirty="0" err="1" smtClean="0"/>
              <a:t>task</a:t>
            </a:r>
            <a:r>
              <a:rPr lang="hu-HU" b="1" dirty="0" smtClean="0"/>
              <a:t> </a:t>
            </a:r>
            <a:r>
              <a:rPr lang="hu-HU" dirty="0" err="1" smtClean="0"/>
              <a:t>you</a:t>
            </a:r>
            <a:r>
              <a:rPr lang="hu-HU" dirty="0" smtClean="0"/>
              <a:t> </a:t>
            </a:r>
            <a:r>
              <a:rPr lang="hu-HU" dirty="0" err="1" smtClean="0"/>
              <a:t>want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BERT</a:t>
            </a:r>
            <a:r>
              <a:rPr lang="hu-HU" dirty="0" smtClean="0"/>
              <a:t> </a:t>
            </a:r>
            <a:r>
              <a:rPr lang="hu-HU" dirty="0" err="1" smtClean="0"/>
              <a:t>model</a:t>
            </a:r>
            <a:r>
              <a:rPr lang="hu-HU" dirty="0" smtClean="0"/>
              <a:t> </a:t>
            </a:r>
            <a:r>
              <a:rPr lang="hu-HU" dirty="0" err="1" smtClean="0"/>
              <a:t>to</a:t>
            </a:r>
            <a:r>
              <a:rPr lang="hu-HU" dirty="0" smtClean="0"/>
              <a:t> </a:t>
            </a:r>
            <a:r>
              <a:rPr lang="hu-HU" dirty="0" err="1" smtClean="0"/>
              <a:t>perform</a:t>
            </a:r>
            <a:endParaRPr lang="hu-HU" dirty="0" smtClean="0"/>
          </a:p>
          <a:p>
            <a:pPr lvl="2"/>
            <a:r>
              <a:rPr lang="hu-HU" dirty="0" err="1" smtClean="0"/>
              <a:t>for</a:t>
            </a:r>
            <a:r>
              <a:rPr lang="hu-HU" dirty="0" smtClean="0"/>
              <a:t> </a:t>
            </a:r>
            <a:r>
              <a:rPr lang="hu-HU" dirty="0" err="1" smtClean="0"/>
              <a:t>example</a:t>
            </a:r>
            <a:r>
              <a:rPr lang="hu-HU" dirty="0" smtClean="0"/>
              <a:t>, text </a:t>
            </a:r>
            <a:r>
              <a:rPr lang="hu-HU" dirty="0" err="1" smtClean="0"/>
              <a:t>classification</a:t>
            </a:r>
            <a:endParaRPr lang="hu-HU" dirty="0" smtClean="0"/>
          </a:p>
          <a:p>
            <a:pPr lvl="1"/>
            <a:r>
              <a:rPr lang="hu-HU" dirty="0" err="1" smtClean="0"/>
              <a:t>you</a:t>
            </a:r>
            <a:r>
              <a:rPr lang="hu-HU" dirty="0" smtClean="0"/>
              <a:t> </a:t>
            </a:r>
            <a:r>
              <a:rPr lang="hu-HU" dirty="0" err="1" smtClean="0"/>
              <a:t>pass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b="1" dirty="0" err="1" smtClean="0"/>
              <a:t>outputs</a:t>
            </a:r>
            <a:r>
              <a:rPr lang="hu-HU" dirty="0" smtClean="0"/>
              <a:t> </a:t>
            </a:r>
            <a:r>
              <a:rPr lang="hu-HU" dirty="0" err="1" smtClean="0"/>
              <a:t>corresponding</a:t>
            </a:r>
            <a:r>
              <a:rPr lang="hu-HU" dirty="0" smtClean="0"/>
              <a:t> </a:t>
            </a:r>
            <a:r>
              <a:rPr lang="hu-HU" dirty="0" err="1" smtClean="0"/>
              <a:t>to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task</a:t>
            </a:r>
            <a:r>
              <a:rPr lang="hu-HU" dirty="0" smtClean="0"/>
              <a:t> (</a:t>
            </a:r>
            <a:r>
              <a:rPr lang="hu-HU" dirty="0" err="1" smtClean="0"/>
              <a:t>e.g</a:t>
            </a:r>
            <a:r>
              <a:rPr lang="hu-HU" dirty="0" smtClean="0"/>
              <a:t>.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document</a:t>
            </a:r>
            <a:r>
              <a:rPr lang="hu-HU" dirty="0" smtClean="0"/>
              <a:t> </a:t>
            </a:r>
            <a:r>
              <a:rPr lang="hu-HU" b="1" dirty="0" err="1" smtClean="0"/>
              <a:t>class</a:t>
            </a:r>
            <a:r>
              <a:rPr lang="hu-HU" dirty="0" smtClean="0"/>
              <a:t> </a:t>
            </a:r>
            <a:r>
              <a:rPr lang="hu-HU" b="1" dirty="0" err="1" smtClean="0"/>
              <a:t>labels</a:t>
            </a:r>
            <a:r>
              <a:rPr lang="hu-HU" dirty="0" smtClean="0"/>
              <a:t>) </a:t>
            </a:r>
            <a:r>
              <a:rPr lang="hu-HU" dirty="0" err="1" smtClean="0"/>
              <a:t>to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model</a:t>
            </a:r>
            <a:endParaRPr lang="hu-HU" dirty="0" smtClean="0"/>
          </a:p>
        </p:txBody>
      </p:sp>
    </p:spTree>
    <p:extLst>
      <p:ext uri="{BB962C8B-B14F-4D97-AF65-F5344CB8AC3E}">
        <p14:creationId xmlns:p14="http://schemas.microsoft.com/office/powerpoint/2010/main" val="26710647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 smtClean="0"/>
              <a:t>BERT</a:t>
            </a:r>
            <a:r>
              <a:rPr lang="hu-HU" dirty="0" smtClean="0"/>
              <a:t> </a:t>
            </a:r>
            <a:r>
              <a:rPr lang="hu-HU" dirty="0" err="1" smtClean="0"/>
              <a:t>Family</a:t>
            </a:r>
            <a:endParaRPr lang="en-GB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hu-HU" dirty="0" err="1" smtClean="0"/>
              <a:t>Since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release</a:t>
            </a:r>
            <a:r>
              <a:rPr lang="hu-HU" dirty="0" smtClean="0"/>
              <a:t> of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original</a:t>
            </a:r>
            <a:r>
              <a:rPr lang="hu-HU" dirty="0" smtClean="0"/>
              <a:t> </a:t>
            </a:r>
            <a:r>
              <a:rPr lang="hu-HU" dirty="0" err="1" smtClean="0"/>
              <a:t>BERT</a:t>
            </a:r>
            <a:r>
              <a:rPr lang="hu-HU" dirty="0" smtClean="0"/>
              <a:t> </a:t>
            </a:r>
            <a:r>
              <a:rPr lang="hu-HU" dirty="0" err="1" smtClean="0"/>
              <a:t>models</a:t>
            </a:r>
            <a:r>
              <a:rPr lang="hu-HU" dirty="0" smtClean="0"/>
              <a:t>, </a:t>
            </a:r>
            <a:r>
              <a:rPr lang="hu-HU" dirty="0" err="1" smtClean="0"/>
              <a:t>many</a:t>
            </a:r>
            <a:r>
              <a:rPr lang="hu-HU" dirty="0" smtClean="0"/>
              <a:t> </a:t>
            </a:r>
            <a:r>
              <a:rPr lang="hu-HU" dirty="0" err="1" smtClean="0"/>
              <a:t>transformer</a:t>
            </a:r>
            <a:r>
              <a:rPr lang="hu-HU" dirty="0" smtClean="0"/>
              <a:t> </a:t>
            </a:r>
            <a:r>
              <a:rPr lang="hu-HU" dirty="0" err="1" smtClean="0"/>
              <a:t>models</a:t>
            </a:r>
            <a:r>
              <a:rPr lang="hu-HU" dirty="0" smtClean="0"/>
              <a:t> </a:t>
            </a:r>
            <a:r>
              <a:rPr lang="hu-HU" dirty="0" err="1" smtClean="0"/>
              <a:t>have</a:t>
            </a:r>
            <a:r>
              <a:rPr lang="hu-HU" dirty="0" smtClean="0"/>
              <a:t> </a:t>
            </a:r>
            <a:r>
              <a:rPr lang="hu-HU" dirty="0" err="1" smtClean="0"/>
              <a:t>been</a:t>
            </a:r>
            <a:r>
              <a:rPr lang="hu-HU" dirty="0" smtClean="0"/>
              <a:t> </a:t>
            </a:r>
            <a:r>
              <a:rPr lang="hu-HU" dirty="0" err="1" smtClean="0"/>
              <a:t>released</a:t>
            </a:r>
            <a:r>
              <a:rPr lang="hu-HU" dirty="0" smtClean="0"/>
              <a:t> </a:t>
            </a:r>
            <a:r>
              <a:rPr lang="hu-HU" dirty="0" err="1" smtClean="0"/>
              <a:t>that</a:t>
            </a:r>
            <a:r>
              <a:rPr lang="hu-HU" dirty="0" smtClean="0"/>
              <a:t> </a:t>
            </a:r>
            <a:r>
              <a:rPr lang="hu-HU" dirty="0" err="1" smtClean="0"/>
              <a:t>are</a:t>
            </a:r>
            <a:r>
              <a:rPr lang="hu-HU" dirty="0" smtClean="0"/>
              <a:t> </a:t>
            </a:r>
            <a:r>
              <a:rPr lang="hu-HU" dirty="0" err="1" smtClean="0"/>
              <a:t>based</a:t>
            </a:r>
            <a:r>
              <a:rPr lang="hu-HU" dirty="0" smtClean="0"/>
              <a:t> </a:t>
            </a:r>
            <a:r>
              <a:rPr lang="hu-HU" dirty="0" err="1" smtClean="0"/>
              <a:t>on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BERT</a:t>
            </a:r>
            <a:r>
              <a:rPr lang="hu-HU" dirty="0" smtClean="0"/>
              <a:t> </a:t>
            </a:r>
            <a:r>
              <a:rPr lang="hu-HU" dirty="0" err="1" smtClean="0"/>
              <a:t>transformer</a:t>
            </a:r>
            <a:r>
              <a:rPr lang="hu-HU" dirty="0" smtClean="0"/>
              <a:t> </a:t>
            </a:r>
            <a:r>
              <a:rPr lang="hu-HU" dirty="0" err="1" smtClean="0"/>
              <a:t>architecture</a:t>
            </a:r>
            <a:r>
              <a:rPr lang="hu-HU" dirty="0" smtClean="0"/>
              <a:t>.</a:t>
            </a:r>
          </a:p>
          <a:p>
            <a:pPr lvl="1"/>
            <a:r>
              <a:rPr lang="hu-HU" dirty="0" err="1" smtClean="0"/>
              <a:t>Some</a:t>
            </a:r>
            <a:r>
              <a:rPr lang="hu-HU" dirty="0" smtClean="0"/>
              <a:t> </a:t>
            </a:r>
            <a:r>
              <a:rPr lang="hu-HU" dirty="0" err="1" smtClean="0"/>
              <a:t>are</a:t>
            </a:r>
            <a:r>
              <a:rPr lang="hu-HU" dirty="0" smtClean="0"/>
              <a:t> </a:t>
            </a:r>
            <a:r>
              <a:rPr lang="hu-HU" dirty="0" err="1" smtClean="0"/>
              <a:t>trained</a:t>
            </a:r>
            <a:r>
              <a:rPr lang="hu-HU" dirty="0" smtClean="0"/>
              <a:t> </a:t>
            </a:r>
            <a:r>
              <a:rPr lang="hu-HU" dirty="0" err="1" smtClean="0"/>
              <a:t>using</a:t>
            </a:r>
            <a:r>
              <a:rPr lang="hu-HU" dirty="0" smtClean="0"/>
              <a:t> an </a:t>
            </a:r>
            <a:r>
              <a:rPr lang="hu-HU" dirty="0" err="1" smtClean="0"/>
              <a:t>improved</a:t>
            </a:r>
            <a:r>
              <a:rPr lang="hu-HU" dirty="0" smtClean="0"/>
              <a:t>, more </a:t>
            </a:r>
            <a:r>
              <a:rPr lang="hu-HU" dirty="0" err="1" smtClean="0"/>
              <a:t>effective</a:t>
            </a:r>
            <a:r>
              <a:rPr lang="hu-HU" dirty="0" smtClean="0"/>
              <a:t> </a:t>
            </a:r>
            <a:r>
              <a:rPr lang="hu-HU" dirty="0" err="1" smtClean="0"/>
              <a:t>training</a:t>
            </a:r>
            <a:r>
              <a:rPr lang="hu-HU" dirty="0" smtClean="0"/>
              <a:t> </a:t>
            </a:r>
            <a:r>
              <a:rPr lang="hu-HU" dirty="0" err="1" smtClean="0"/>
              <a:t>objective</a:t>
            </a:r>
            <a:r>
              <a:rPr lang="hu-HU" dirty="0" smtClean="0"/>
              <a:t>.</a:t>
            </a:r>
          </a:p>
          <a:p>
            <a:pPr lvl="1"/>
            <a:r>
              <a:rPr lang="hu-HU" dirty="0" err="1" smtClean="0"/>
              <a:t>Some</a:t>
            </a:r>
            <a:r>
              <a:rPr lang="hu-HU" dirty="0" smtClean="0"/>
              <a:t> </a:t>
            </a:r>
            <a:r>
              <a:rPr lang="hu-HU" dirty="0" err="1" smtClean="0"/>
              <a:t>feature</a:t>
            </a:r>
            <a:r>
              <a:rPr lang="hu-HU" dirty="0" smtClean="0"/>
              <a:t> </a:t>
            </a:r>
            <a:r>
              <a:rPr lang="hu-HU" dirty="0" err="1" smtClean="0"/>
              <a:t>technical</a:t>
            </a:r>
            <a:r>
              <a:rPr lang="hu-HU" dirty="0" smtClean="0"/>
              <a:t> </a:t>
            </a:r>
            <a:r>
              <a:rPr lang="hu-HU" dirty="0" err="1" smtClean="0"/>
              <a:t>improvements</a:t>
            </a:r>
            <a:r>
              <a:rPr lang="hu-HU" dirty="0" smtClean="0"/>
              <a:t>, </a:t>
            </a:r>
            <a:r>
              <a:rPr lang="hu-HU" dirty="0" err="1" smtClean="0"/>
              <a:t>like</a:t>
            </a:r>
            <a:r>
              <a:rPr lang="hu-HU" dirty="0" smtClean="0"/>
              <a:t> a more </a:t>
            </a:r>
            <a:r>
              <a:rPr lang="hu-HU" dirty="0" err="1" smtClean="0"/>
              <a:t>efficient</a:t>
            </a:r>
            <a:r>
              <a:rPr lang="hu-HU" dirty="0" smtClean="0"/>
              <a:t> </a:t>
            </a:r>
            <a:r>
              <a:rPr lang="hu-HU" dirty="0" err="1" smtClean="0"/>
              <a:t>self-attention</a:t>
            </a:r>
            <a:r>
              <a:rPr lang="hu-HU" dirty="0" smtClean="0"/>
              <a:t> </a:t>
            </a:r>
            <a:r>
              <a:rPr lang="hu-HU" dirty="0" err="1" smtClean="0"/>
              <a:t>implementation</a:t>
            </a:r>
            <a:r>
              <a:rPr lang="hu-HU" dirty="0" smtClean="0"/>
              <a:t> </a:t>
            </a:r>
            <a:r>
              <a:rPr lang="hu-HU" dirty="0" err="1" smtClean="0"/>
              <a:t>or</a:t>
            </a:r>
            <a:r>
              <a:rPr lang="hu-HU" dirty="0" smtClean="0"/>
              <a:t> a </a:t>
            </a:r>
            <a:r>
              <a:rPr lang="hu-HU" dirty="0" err="1" smtClean="0"/>
              <a:t>better</a:t>
            </a:r>
            <a:r>
              <a:rPr lang="hu-HU" dirty="0" smtClean="0"/>
              <a:t> </a:t>
            </a:r>
            <a:r>
              <a:rPr lang="hu-HU" dirty="0" err="1" smtClean="0"/>
              <a:t>positional</a:t>
            </a:r>
            <a:r>
              <a:rPr lang="hu-HU" dirty="0" smtClean="0"/>
              <a:t> </a:t>
            </a:r>
            <a:r>
              <a:rPr lang="hu-HU" dirty="0" err="1" smtClean="0"/>
              <a:t>encoding</a:t>
            </a:r>
            <a:r>
              <a:rPr lang="hu-HU" dirty="0" smtClean="0"/>
              <a:t>.</a:t>
            </a:r>
          </a:p>
          <a:p>
            <a:pPr lvl="1"/>
            <a:r>
              <a:rPr lang="hu-HU" dirty="0" smtClean="0"/>
              <a:t>Most of </a:t>
            </a:r>
            <a:r>
              <a:rPr lang="hu-HU" dirty="0" err="1" smtClean="0"/>
              <a:t>these</a:t>
            </a:r>
            <a:r>
              <a:rPr lang="hu-HU" dirty="0" smtClean="0"/>
              <a:t> </a:t>
            </a:r>
            <a:r>
              <a:rPr lang="hu-HU" dirty="0" err="1" smtClean="0"/>
              <a:t>models</a:t>
            </a:r>
            <a:r>
              <a:rPr lang="hu-HU" dirty="0" smtClean="0"/>
              <a:t> </a:t>
            </a:r>
            <a:r>
              <a:rPr lang="hu-HU" dirty="0" err="1" smtClean="0"/>
              <a:t>have</a:t>
            </a:r>
            <a:r>
              <a:rPr lang="hu-HU" dirty="0" smtClean="0"/>
              <a:t> a </a:t>
            </a:r>
            <a:r>
              <a:rPr lang="hu-HU" dirty="0" err="1" smtClean="0"/>
              <a:t>name</a:t>
            </a:r>
            <a:r>
              <a:rPr lang="hu-HU" dirty="0" smtClean="0"/>
              <a:t> </a:t>
            </a:r>
            <a:r>
              <a:rPr lang="hu-HU" dirty="0" err="1" smtClean="0"/>
              <a:t>that</a:t>
            </a:r>
            <a:r>
              <a:rPr lang="hu-HU" dirty="0" smtClean="0"/>
              <a:t> </a:t>
            </a:r>
            <a:r>
              <a:rPr lang="hu-HU" dirty="0" err="1" smtClean="0"/>
              <a:t>contains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substring</a:t>
            </a:r>
            <a:r>
              <a:rPr lang="hu-HU" dirty="0" smtClean="0"/>
              <a:t> </a:t>
            </a:r>
            <a:r>
              <a:rPr lang="hu-HU" dirty="0" err="1" smtClean="0"/>
              <a:t>BERT</a:t>
            </a:r>
            <a:endParaRPr lang="hu-HU" dirty="0" smtClean="0"/>
          </a:p>
          <a:p>
            <a:pPr lvl="2"/>
            <a:r>
              <a:rPr lang="hu-HU" dirty="0" err="1" smtClean="0"/>
              <a:t>XLM-RoBERTa</a:t>
            </a:r>
            <a:r>
              <a:rPr lang="hu-HU" dirty="0" smtClean="0"/>
              <a:t>, </a:t>
            </a:r>
            <a:r>
              <a:rPr lang="hu-HU" dirty="0" err="1" smtClean="0"/>
              <a:t>DeBERTa</a:t>
            </a:r>
            <a:r>
              <a:rPr lang="hu-HU" dirty="0" smtClean="0"/>
              <a:t>, </a:t>
            </a:r>
            <a:r>
              <a:rPr lang="hu-HU" dirty="0" err="1" smtClean="0"/>
              <a:t>DistilBERT</a:t>
            </a:r>
            <a:r>
              <a:rPr lang="hu-HU" dirty="0" smtClean="0"/>
              <a:t>, </a:t>
            </a:r>
            <a:r>
              <a:rPr lang="hu-HU" dirty="0" err="1" smtClean="0"/>
              <a:t>ModernBERT</a:t>
            </a:r>
            <a:endParaRPr lang="hu-HU" dirty="0" smtClean="0"/>
          </a:p>
          <a:p>
            <a:pPr lvl="2"/>
            <a:r>
              <a:rPr lang="hu-HU" dirty="0" err="1" smtClean="0"/>
              <a:t>some</a:t>
            </a:r>
            <a:r>
              <a:rPr lang="hu-HU" dirty="0" smtClean="0"/>
              <a:t> </a:t>
            </a:r>
            <a:r>
              <a:rPr lang="hu-HU" dirty="0" err="1" smtClean="0"/>
              <a:t>do</a:t>
            </a:r>
            <a:r>
              <a:rPr lang="hu-HU" dirty="0" smtClean="0"/>
              <a:t> </a:t>
            </a:r>
            <a:r>
              <a:rPr lang="hu-HU" dirty="0" err="1" smtClean="0"/>
              <a:t>not</a:t>
            </a:r>
            <a:r>
              <a:rPr lang="hu-HU" dirty="0" smtClean="0"/>
              <a:t>: ELECTRA</a:t>
            </a:r>
          </a:p>
          <a:p>
            <a:pPr lvl="1"/>
            <a:r>
              <a:rPr lang="hu-HU" dirty="0" err="1" smtClean="0"/>
              <a:t>Many</a:t>
            </a:r>
            <a:r>
              <a:rPr lang="hu-HU" dirty="0" smtClean="0"/>
              <a:t> </a:t>
            </a:r>
            <a:r>
              <a:rPr lang="hu-HU" dirty="0" err="1" smtClean="0"/>
              <a:t>BERT</a:t>
            </a:r>
            <a:r>
              <a:rPr lang="hu-HU" dirty="0" smtClean="0"/>
              <a:t> </a:t>
            </a:r>
            <a:r>
              <a:rPr lang="hu-HU" dirty="0" err="1" smtClean="0"/>
              <a:t>variants</a:t>
            </a:r>
            <a:r>
              <a:rPr lang="hu-HU" dirty="0" smtClean="0"/>
              <a:t> </a:t>
            </a:r>
            <a:r>
              <a:rPr lang="hu-HU" dirty="0" err="1" smtClean="0"/>
              <a:t>have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same</a:t>
            </a:r>
            <a:r>
              <a:rPr lang="hu-HU" dirty="0" smtClean="0"/>
              <a:t> </a:t>
            </a:r>
            <a:r>
              <a:rPr lang="hu-HU" dirty="0" err="1" smtClean="0"/>
              <a:t>architecture</a:t>
            </a:r>
            <a:r>
              <a:rPr lang="hu-HU" dirty="0" smtClean="0"/>
              <a:t> </a:t>
            </a:r>
            <a:r>
              <a:rPr lang="hu-HU" dirty="0" err="1" smtClean="0"/>
              <a:t>as</a:t>
            </a:r>
            <a:r>
              <a:rPr lang="hu-HU" dirty="0" smtClean="0"/>
              <a:t> </a:t>
            </a:r>
            <a:r>
              <a:rPr lang="hu-HU" dirty="0" err="1" smtClean="0"/>
              <a:t>BERT</a:t>
            </a:r>
            <a:r>
              <a:rPr lang="hu-HU" dirty="0" smtClean="0"/>
              <a:t> and </a:t>
            </a:r>
            <a:r>
              <a:rPr lang="hu-HU" dirty="0" err="1" smtClean="0"/>
              <a:t>use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same</a:t>
            </a:r>
            <a:r>
              <a:rPr lang="hu-HU" dirty="0" smtClean="0"/>
              <a:t> </a:t>
            </a:r>
            <a:r>
              <a:rPr lang="hu-HU" dirty="0" err="1" smtClean="0"/>
              <a:t>pre-training</a:t>
            </a:r>
            <a:r>
              <a:rPr lang="hu-HU" dirty="0" smtClean="0"/>
              <a:t> </a:t>
            </a:r>
            <a:r>
              <a:rPr lang="hu-HU" dirty="0" err="1" smtClean="0"/>
              <a:t>regime</a:t>
            </a:r>
            <a:r>
              <a:rPr lang="hu-HU" dirty="0" smtClean="0"/>
              <a:t>, </a:t>
            </a:r>
            <a:r>
              <a:rPr lang="hu-HU" dirty="0" err="1" smtClean="0"/>
              <a:t>but</a:t>
            </a:r>
            <a:r>
              <a:rPr lang="hu-HU" dirty="0" smtClean="0"/>
              <a:t> </a:t>
            </a:r>
            <a:r>
              <a:rPr lang="hu-HU" dirty="0" err="1" smtClean="0"/>
              <a:t>are</a:t>
            </a:r>
            <a:r>
              <a:rPr lang="hu-HU" dirty="0" smtClean="0"/>
              <a:t> </a:t>
            </a:r>
            <a:r>
              <a:rPr lang="hu-HU" dirty="0" err="1" smtClean="0"/>
              <a:t>trained</a:t>
            </a:r>
            <a:r>
              <a:rPr lang="hu-HU" dirty="0" smtClean="0"/>
              <a:t> </a:t>
            </a:r>
            <a:r>
              <a:rPr lang="hu-HU" dirty="0" err="1" smtClean="0"/>
              <a:t>on</a:t>
            </a:r>
            <a:r>
              <a:rPr lang="hu-HU" dirty="0" smtClean="0"/>
              <a:t> a non-English </a:t>
            </a:r>
            <a:r>
              <a:rPr lang="hu-HU" dirty="0" err="1" smtClean="0"/>
              <a:t>language-specific</a:t>
            </a:r>
            <a:r>
              <a:rPr lang="hu-HU" dirty="0" smtClean="0"/>
              <a:t> corpus</a:t>
            </a:r>
          </a:p>
          <a:p>
            <a:pPr lvl="2"/>
            <a:r>
              <a:rPr lang="hu-HU" dirty="0" err="1" smtClean="0"/>
              <a:t>CamemBERT</a:t>
            </a:r>
            <a:r>
              <a:rPr lang="hu-HU" dirty="0" smtClean="0"/>
              <a:t>, </a:t>
            </a:r>
            <a:r>
              <a:rPr lang="hu-HU" dirty="0" err="1" smtClean="0"/>
              <a:t>FlauBERT</a:t>
            </a:r>
            <a:r>
              <a:rPr lang="hu-HU" dirty="0" smtClean="0"/>
              <a:t> (</a:t>
            </a:r>
            <a:r>
              <a:rPr lang="hu-HU" dirty="0" err="1" smtClean="0"/>
              <a:t>French</a:t>
            </a:r>
            <a:r>
              <a:rPr lang="hu-HU" dirty="0" smtClean="0"/>
              <a:t>), </a:t>
            </a:r>
            <a:r>
              <a:rPr lang="hu-HU" dirty="0" err="1" smtClean="0"/>
              <a:t>HerBERT</a:t>
            </a:r>
            <a:r>
              <a:rPr lang="hu-HU" dirty="0" smtClean="0"/>
              <a:t> (</a:t>
            </a:r>
            <a:r>
              <a:rPr lang="hu-HU" dirty="0" err="1" smtClean="0"/>
              <a:t>Polish</a:t>
            </a:r>
            <a:r>
              <a:rPr lang="hu-HU" dirty="0" smtClean="0"/>
              <a:t>), </a:t>
            </a:r>
            <a:r>
              <a:rPr lang="hu-HU" dirty="0" err="1" smtClean="0"/>
              <a:t>HuBERT</a:t>
            </a:r>
            <a:r>
              <a:rPr lang="hu-HU" dirty="0" smtClean="0"/>
              <a:t> (</a:t>
            </a:r>
            <a:r>
              <a:rPr lang="hu-HU" dirty="0" err="1" smtClean="0"/>
              <a:t>Hungarian</a:t>
            </a:r>
            <a:r>
              <a:rPr lang="hu-HU" dirty="0" smtClean="0"/>
              <a:t>)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458432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 smtClean="0"/>
              <a:t>Hugging</a:t>
            </a:r>
            <a:r>
              <a:rPr lang="hu-HU" dirty="0" smtClean="0"/>
              <a:t> </a:t>
            </a:r>
            <a:r>
              <a:rPr lang="hu-HU" dirty="0" err="1" smtClean="0"/>
              <a:t>Face</a:t>
            </a:r>
            <a:r>
              <a:rPr lang="hu-HU" dirty="0" smtClean="0"/>
              <a:t> </a:t>
            </a:r>
            <a:r>
              <a:rPr lang="hu-HU" dirty="0" err="1" smtClean="0"/>
              <a:t>Transformers</a:t>
            </a:r>
            <a:endParaRPr lang="en-GB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hu-HU" dirty="0" err="1" smtClean="0"/>
              <a:t>This</a:t>
            </a:r>
            <a:r>
              <a:rPr lang="hu-HU" dirty="0" smtClean="0"/>
              <a:t> </a:t>
            </a:r>
            <a:r>
              <a:rPr lang="hu-HU" dirty="0" err="1" smtClean="0"/>
              <a:t>ease</a:t>
            </a:r>
            <a:r>
              <a:rPr lang="hu-HU" dirty="0" smtClean="0"/>
              <a:t> of </a:t>
            </a:r>
            <a:r>
              <a:rPr lang="hu-HU" dirty="0" err="1" smtClean="0"/>
              <a:t>use</a:t>
            </a:r>
            <a:r>
              <a:rPr lang="hu-HU" dirty="0" smtClean="0"/>
              <a:t> </a:t>
            </a:r>
            <a:r>
              <a:rPr lang="hu-HU" dirty="0" err="1" smtClean="0"/>
              <a:t>of</a:t>
            </a:r>
            <a:r>
              <a:rPr lang="hu-HU" dirty="0" smtClean="0"/>
              <a:t> </a:t>
            </a:r>
            <a:r>
              <a:rPr lang="hu-HU" dirty="0" err="1" smtClean="0"/>
              <a:t>transformers</a:t>
            </a:r>
            <a:r>
              <a:rPr lang="hu-HU" dirty="0" smtClean="0"/>
              <a:t> is </a:t>
            </a:r>
            <a:r>
              <a:rPr lang="hu-HU" dirty="0" err="1" smtClean="0"/>
              <a:t>to</a:t>
            </a:r>
            <a:r>
              <a:rPr lang="hu-HU" dirty="0" smtClean="0"/>
              <a:t> a </a:t>
            </a:r>
            <a:r>
              <a:rPr lang="hu-HU" dirty="0" err="1" smtClean="0"/>
              <a:t>large</a:t>
            </a:r>
            <a:r>
              <a:rPr lang="hu-HU" dirty="0" smtClean="0"/>
              <a:t> part </a:t>
            </a:r>
            <a:r>
              <a:rPr lang="hu-HU" dirty="0" err="1" smtClean="0"/>
              <a:t>due</a:t>
            </a:r>
            <a:r>
              <a:rPr lang="hu-HU" dirty="0" smtClean="0"/>
              <a:t> </a:t>
            </a:r>
            <a:r>
              <a:rPr lang="hu-HU" dirty="0" err="1" smtClean="0"/>
              <a:t>to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Hugging</a:t>
            </a:r>
            <a:r>
              <a:rPr lang="hu-HU" dirty="0" smtClean="0"/>
              <a:t> </a:t>
            </a:r>
            <a:r>
              <a:rPr lang="hu-HU" dirty="0" err="1" smtClean="0"/>
              <a:t>Face</a:t>
            </a:r>
            <a:r>
              <a:rPr lang="hu-HU" dirty="0" smtClean="0"/>
              <a:t> </a:t>
            </a:r>
            <a:r>
              <a:rPr lang="hu-HU" dirty="0" err="1" smtClean="0">
                <a:hlinkClick r:id="rId2"/>
              </a:rPr>
              <a:t>Transformers</a:t>
            </a:r>
            <a:r>
              <a:rPr lang="hu-HU" dirty="0" smtClean="0"/>
              <a:t> </a:t>
            </a:r>
            <a:r>
              <a:rPr lang="hu-HU" dirty="0" err="1" smtClean="0"/>
              <a:t>library</a:t>
            </a:r>
            <a:r>
              <a:rPr lang="hu-HU" dirty="0" smtClean="0"/>
              <a:t> </a:t>
            </a:r>
            <a:r>
              <a:rPr lang="hu-HU" dirty="0" err="1" smtClean="0"/>
              <a:t>for</a:t>
            </a:r>
            <a:r>
              <a:rPr lang="hu-HU" dirty="0" smtClean="0"/>
              <a:t> Python</a:t>
            </a:r>
          </a:p>
          <a:p>
            <a:pPr lvl="1"/>
            <a:r>
              <a:rPr lang="hu-HU" dirty="0" err="1" smtClean="0"/>
              <a:t>first</a:t>
            </a:r>
            <a:r>
              <a:rPr lang="hu-HU" dirty="0" smtClean="0"/>
              <a:t> </a:t>
            </a:r>
            <a:r>
              <a:rPr lang="hu-HU" dirty="0" err="1" smtClean="0"/>
              <a:t>released</a:t>
            </a:r>
            <a:r>
              <a:rPr lang="hu-HU" dirty="0" smtClean="0"/>
              <a:t> </a:t>
            </a:r>
            <a:r>
              <a:rPr lang="hu-HU" dirty="0" err="1" smtClean="0"/>
              <a:t>in</a:t>
            </a:r>
            <a:r>
              <a:rPr lang="hu-HU" dirty="0" smtClean="0"/>
              <a:t> 2018, </a:t>
            </a:r>
            <a:r>
              <a:rPr lang="hu-HU" dirty="0" err="1" smtClean="0"/>
              <a:t>currently</a:t>
            </a:r>
            <a:r>
              <a:rPr lang="hu-HU" dirty="0" smtClean="0"/>
              <a:t> </a:t>
            </a:r>
            <a:r>
              <a:rPr lang="hu-HU" dirty="0" err="1" smtClean="0"/>
              <a:t>at</a:t>
            </a:r>
            <a:r>
              <a:rPr lang="hu-HU" dirty="0" smtClean="0"/>
              <a:t> version 5, </a:t>
            </a:r>
            <a:r>
              <a:rPr lang="hu-HU" dirty="0" err="1" smtClean="0"/>
              <a:t>very</a:t>
            </a:r>
            <a:r>
              <a:rPr lang="hu-HU" dirty="0" smtClean="0"/>
              <a:t> </a:t>
            </a:r>
            <a:r>
              <a:rPr lang="hu-HU" dirty="0" err="1" smtClean="0"/>
              <a:t>active</a:t>
            </a:r>
            <a:r>
              <a:rPr lang="hu-HU" dirty="0" smtClean="0"/>
              <a:t> </a:t>
            </a:r>
            <a:r>
              <a:rPr lang="hu-HU" dirty="0" err="1" smtClean="0"/>
              <a:t>development</a:t>
            </a:r>
            <a:endParaRPr lang="hu-HU" dirty="0" smtClean="0"/>
          </a:p>
          <a:p>
            <a:pPr lvl="1"/>
            <a:r>
              <a:rPr lang="hu-HU" dirty="0" err="1" smtClean="0"/>
              <a:t>provides</a:t>
            </a:r>
            <a:r>
              <a:rPr lang="hu-HU" dirty="0" smtClean="0"/>
              <a:t> an </a:t>
            </a:r>
            <a:r>
              <a:rPr lang="hu-HU" dirty="0" err="1" smtClean="0"/>
              <a:t>extensive</a:t>
            </a:r>
            <a:r>
              <a:rPr lang="hu-HU" dirty="0" smtClean="0"/>
              <a:t> </a:t>
            </a:r>
            <a:r>
              <a:rPr lang="hu-HU" dirty="0" err="1" smtClean="0"/>
              <a:t>object-oriented</a:t>
            </a:r>
            <a:r>
              <a:rPr lang="hu-HU" dirty="0" smtClean="0"/>
              <a:t> </a:t>
            </a:r>
            <a:r>
              <a:rPr lang="hu-HU" dirty="0" err="1" smtClean="0"/>
              <a:t>interface</a:t>
            </a:r>
            <a:r>
              <a:rPr lang="hu-HU" dirty="0" smtClean="0"/>
              <a:t> </a:t>
            </a:r>
            <a:r>
              <a:rPr lang="hu-HU" dirty="0" err="1" smtClean="0"/>
              <a:t>to</a:t>
            </a:r>
            <a:r>
              <a:rPr lang="hu-HU" dirty="0" smtClean="0"/>
              <a:t> </a:t>
            </a:r>
            <a:r>
              <a:rPr lang="hu-HU" dirty="0" err="1" smtClean="0"/>
              <a:t>all</a:t>
            </a:r>
            <a:r>
              <a:rPr lang="hu-HU" dirty="0" smtClean="0"/>
              <a:t> </a:t>
            </a:r>
            <a:r>
              <a:rPr lang="hu-HU" dirty="0" err="1" smtClean="0"/>
              <a:t>kinds</a:t>
            </a:r>
            <a:r>
              <a:rPr lang="hu-HU" dirty="0" smtClean="0"/>
              <a:t> of </a:t>
            </a:r>
            <a:r>
              <a:rPr lang="hu-HU" dirty="0" err="1" smtClean="0"/>
              <a:t>transformers</a:t>
            </a:r>
            <a:r>
              <a:rPr lang="hu-HU" dirty="0" smtClean="0"/>
              <a:t>, </a:t>
            </a:r>
            <a:r>
              <a:rPr lang="hu-HU" dirty="0" err="1" smtClean="0"/>
              <a:t>both</a:t>
            </a:r>
            <a:r>
              <a:rPr lang="hu-HU" dirty="0" smtClean="0"/>
              <a:t> </a:t>
            </a:r>
            <a:r>
              <a:rPr lang="hu-HU" dirty="0" err="1" smtClean="0"/>
              <a:t>encoders</a:t>
            </a:r>
            <a:r>
              <a:rPr lang="hu-HU" dirty="0" smtClean="0"/>
              <a:t> and </a:t>
            </a:r>
            <a:r>
              <a:rPr lang="hu-HU" dirty="0" err="1" smtClean="0"/>
              <a:t>generative</a:t>
            </a:r>
            <a:r>
              <a:rPr lang="hu-HU" dirty="0" smtClean="0"/>
              <a:t> </a:t>
            </a:r>
            <a:r>
              <a:rPr lang="hu-HU" dirty="0" err="1" smtClean="0"/>
              <a:t>models</a:t>
            </a:r>
            <a:endParaRPr lang="hu-HU" dirty="0" smtClean="0"/>
          </a:p>
          <a:p>
            <a:r>
              <a:rPr lang="hu-HU" dirty="0" err="1" smtClean="0"/>
              <a:t>Hugging</a:t>
            </a:r>
            <a:r>
              <a:rPr lang="hu-HU" dirty="0" smtClean="0"/>
              <a:t> </a:t>
            </a:r>
            <a:r>
              <a:rPr lang="hu-HU" dirty="0" err="1" smtClean="0"/>
              <a:t>Face</a:t>
            </a:r>
            <a:r>
              <a:rPr lang="hu-HU" dirty="0" smtClean="0"/>
              <a:t> is a </a:t>
            </a:r>
            <a:r>
              <a:rPr lang="hu-HU" dirty="0" err="1" smtClean="0"/>
              <a:t>company</a:t>
            </a:r>
            <a:r>
              <a:rPr lang="hu-HU" dirty="0" smtClean="0"/>
              <a:t> </a:t>
            </a:r>
            <a:r>
              <a:rPr lang="hu-HU" dirty="0" err="1" smtClean="0"/>
              <a:t>that</a:t>
            </a:r>
            <a:r>
              <a:rPr lang="hu-HU" dirty="0" smtClean="0"/>
              <a:t> </a:t>
            </a:r>
            <a:r>
              <a:rPr lang="hu-HU" dirty="0" err="1" smtClean="0"/>
              <a:t>focuses</a:t>
            </a:r>
            <a:r>
              <a:rPr lang="hu-HU" dirty="0" smtClean="0"/>
              <a:t> </a:t>
            </a:r>
            <a:r>
              <a:rPr lang="hu-HU" dirty="0" err="1" smtClean="0"/>
              <a:t>on</a:t>
            </a:r>
            <a:r>
              <a:rPr lang="hu-HU" dirty="0" smtClean="0"/>
              <a:t> </a:t>
            </a:r>
            <a:r>
              <a:rPr lang="hu-HU" dirty="0" err="1" smtClean="0"/>
              <a:t>providing</a:t>
            </a:r>
            <a:r>
              <a:rPr lang="hu-HU" dirty="0" smtClean="0"/>
              <a:t> </a:t>
            </a:r>
            <a:r>
              <a:rPr lang="hu-HU" dirty="0" err="1" smtClean="0"/>
              <a:t>a</a:t>
            </a:r>
            <a:r>
              <a:rPr lang="hu-HU" dirty="0" smtClean="0"/>
              <a:t> platform </a:t>
            </a:r>
            <a:r>
              <a:rPr lang="hu-HU" dirty="0" err="1" smtClean="0"/>
              <a:t>for</a:t>
            </a:r>
            <a:r>
              <a:rPr lang="hu-HU" dirty="0" smtClean="0"/>
              <a:t> </a:t>
            </a:r>
            <a:r>
              <a:rPr lang="hu-HU" dirty="0" err="1" smtClean="0"/>
              <a:t>machine</a:t>
            </a:r>
            <a:r>
              <a:rPr lang="hu-HU" dirty="0" smtClean="0"/>
              <a:t> </a:t>
            </a:r>
            <a:r>
              <a:rPr lang="hu-HU" dirty="0" err="1" smtClean="0"/>
              <a:t>learning</a:t>
            </a:r>
            <a:r>
              <a:rPr lang="hu-HU" dirty="0" smtClean="0"/>
              <a:t>, </a:t>
            </a:r>
            <a:r>
              <a:rPr lang="hu-HU" dirty="0" err="1" smtClean="0"/>
              <a:t>especially</a:t>
            </a:r>
            <a:r>
              <a:rPr lang="hu-HU" dirty="0" smtClean="0"/>
              <a:t> </a:t>
            </a:r>
            <a:r>
              <a:rPr lang="hu-HU" dirty="0" err="1" smtClean="0"/>
              <a:t>deep</a:t>
            </a:r>
            <a:r>
              <a:rPr lang="hu-HU" dirty="0" smtClean="0"/>
              <a:t> </a:t>
            </a:r>
            <a:r>
              <a:rPr lang="hu-HU" dirty="0" err="1" smtClean="0"/>
              <a:t>learning</a:t>
            </a:r>
            <a:endParaRPr lang="hu-HU" dirty="0" smtClean="0"/>
          </a:p>
          <a:p>
            <a:pPr lvl="1"/>
            <a:r>
              <a:rPr lang="hu-HU" dirty="0" err="1" smtClean="0"/>
              <a:t>its</a:t>
            </a:r>
            <a:r>
              <a:rPr lang="hu-HU" dirty="0" smtClean="0"/>
              <a:t> </a:t>
            </a:r>
            <a:r>
              <a:rPr lang="hu-HU" dirty="0" err="1" smtClean="0"/>
              <a:t>website</a:t>
            </a:r>
            <a:r>
              <a:rPr lang="hu-HU" dirty="0" smtClean="0"/>
              <a:t>, </a:t>
            </a:r>
            <a:r>
              <a:rPr lang="hu-HU" dirty="0" err="1" smtClean="0"/>
              <a:t>huggingface.co</a:t>
            </a:r>
            <a:r>
              <a:rPr lang="hu-HU" dirty="0" smtClean="0"/>
              <a:t>, </a:t>
            </a:r>
            <a:r>
              <a:rPr lang="hu-HU" dirty="0" err="1" smtClean="0"/>
              <a:t>provides</a:t>
            </a:r>
            <a:r>
              <a:rPr lang="hu-HU" dirty="0" smtClean="0"/>
              <a:t> </a:t>
            </a:r>
            <a:r>
              <a:rPr lang="hu-HU" dirty="0" err="1" smtClean="0"/>
              <a:t>access</a:t>
            </a:r>
            <a:r>
              <a:rPr lang="hu-HU" dirty="0" smtClean="0"/>
              <a:t> </a:t>
            </a:r>
            <a:r>
              <a:rPr lang="hu-HU" dirty="0" err="1" smtClean="0"/>
              <a:t>to</a:t>
            </a:r>
            <a:r>
              <a:rPr lang="hu-HU" dirty="0" smtClean="0"/>
              <a:t> </a:t>
            </a:r>
            <a:r>
              <a:rPr lang="hu-HU" dirty="0" err="1" smtClean="0"/>
              <a:t>millions</a:t>
            </a:r>
            <a:r>
              <a:rPr lang="hu-HU" dirty="0" smtClean="0"/>
              <a:t> of </a:t>
            </a:r>
            <a:r>
              <a:rPr lang="hu-HU" dirty="0" err="1" smtClean="0"/>
              <a:t>open-source</a:t>
            </a:r>
            <a:r>
              <a:rPr lang="hu-HU" dirty="0" smtClean="0"/>
              <a:t>, free </a:t>
            </a:r>
            <a:r>
              <a:rPr lang="hu-HU" dirty="0" err="1" smtClean="0"/>
              <a:t>to</a:t>
            </a:r>
            <a:r>
              <a:rPr lang="hu-HU" dirty="0" smtClean="0"/>
              <a:t> </a:t>
            </a:r>
            <a:r>
              <a:rPr lang="hu-HU" dirty="0" err="1" smtClean="0"/>
              <a:t>download</a:t>
            </a:r>
            <a:r>
              <a:rPr lang="hu-HU" dirty="0" smtClean="0"/>
              <a:t> </a:t>
            </a:r>
            <a:r>
              <a:rPr lang="hu-HU" dirty="0" err="1" smtClean="0"/>
              <a:t>machine</a:t>
            </a:r>
            <a:r>
              <a:rPr lang="hu-HU" dirty="0" smtClean="0"/>
              <a:t> </a:t>
            </a:r>
            <a:r>
              <a:rPr lang="hu-HU" dirty="0" err="1" smtClean="0"/>
              <a:t>learning</a:t>
            </a:r>
            <a:r>
              <a:rPr lang="hu-HU" dirty="0" smtClean="0"/>
              <a:t> </a:t>
            </a:r>
            <a:r>
              <a:rPr lang="hu-HU" b="1" dirty="0" err="1" smtClean="0"/>
              <a:t>models</a:t>
            </a:r>
            <a:r>
              <a:rPr lang="hu-HU" b="1" dirty="0" smtClean="0"/>
              <a:t> </a:t>
            </a:r>
            <a:r>
              <a:rPr lang="hu-HU" dirty="0" smtClean="0"/>
              <a:t>and </a:t>
            </a:r>
            <a:r>
              <a:rPr lang="hu-HU" dirty="0" err="1" smtClean="0"/>
              <a:t>hundreds</a:t>
            </a:r>
            <a:r>
              <a:rPr lang="hu-HU" dirty="0" smtClean="0"/>
              <a:t> of </a:t>
            </a:r>
            <a:r>
              <a:rPr lang="hu-HU" dirty="0" err="1" smtClean="0"/>
              <a:t>thousands</a:t>
            </a:r>
            <a:r>
              <a:rPr lang="hu-HU" dirty="0" smtClean="0"/>
              <a:t> </a:t>
            </a:r>
            <a:r>
              <a:rPr lang="hu-HU" dirty="0" err="1" smtClean="0"/>
              <a:t>of</a:t>
            </a:r>
            <a:r>
              <a:rPr lang="hu-HU" dirty="0" smtClean="0"/>
              <a:t> </a:t>
            </a:r>
            <a:r>
              <a:rPr lang="hu-HU" b="1" dirty="0" err="1" smtClean="0"/>
              <a:t>datasets</a:t>
            </a:r>
            <a:r>
              <a:rPr lang="hu-HU" b="1" dirty="0" smtClean="0"/>
              <a:t> </a:t>
            </a:r>
            <a:r>
              <a:rPr lang="hu-HU" dirty="0" err="1" smtClean="0"/>
              <a:t>to</a:t>
            </a:r>
            <a:r>
              <a:rPr lang="hu-HU" dirty="0" smtClean="0"/>
              <a:t> </a:t>
            </a:r>
            <a:r>
              <a:rPr lang="hu-HU" dirty="0" err="1" smtClean="0"/>
              <a:t>train</a:t>
            </a:r>
            <a:r>
              <a:rPr lang="hu-HU" dirty="0" smtClean="0"/>
              <a:t> ML </a:t>
            </a:r>
            <a:r>
              <a:rPr lang="hu-HU" dirty="0" err="1" smtClean="0"/>
              <a:t>models</a:t>
            </a:r>
            <a:r>
              <a:rPr lang="hu-HU" dirty="0" smtClean="0"/>
              <a:t> </a:t>
            </a:r>
            <a:r>
              <a:rPr lang="hu-HU" dirty="0" err="1" smtClean="0"/>
              <a:t>on</a:t>
            </a:r>
            <a:endParaRPr lang="hu-HU" dirty="0" smtClean="0"/>
          </a:p>
          <a:p>
            <a:pPr lvl="1"/>
            <a:r>
              <a:rPr lang="hu-HU" dirty="0" err="1" smtClean="0"/>
              <a:t>these</a:t>
            </a:r>
            <a:r>
              <a:rPr lang="hu-HU" dirty="0" smtClean="0"/>
              <a:t> </a:t>
            </a:r>
            <a:r>
              <a:rPr lang="hu-HU" dirty="0" err="1" smtClean="0"/>
              <a:t>resources</a:t>
            </a:r>
            <a:r>
              <a:rPr lang="hu-HU" dirty="0" smtClean="0"/>
              <a:t> </a:t>
            </a:r>
            <a:r>
              <a:rPr lang="hu-HU" dirty="0" err="1" smtClean="0"/>
              <a:t>are</a:t>
            </a:r>
            <a:r>
              <a:rPr lang="hu-HU" dirty="0" smtClean="0"/>
              <a:t> </a:t>
            </a:r>
            <a:r>
              <a:rPr lang="hu-HU" dirty="0" err="1" smtClean="0"/>
              <a:t>stored</a:t>
            </a:r>
            <a:r>
              <a:rPr lang="hu-HU" dirty="0" smtClean="0"/>
              <a:t> </a:t>
            </a:r>
            <a:r>
              <a:rPr lang="hu-HU" dirty="0" err="1" smtClean="0"/>
              <a:t>in</a:t>
            </a:r>
            <a:r>
              <a:rPr lang="hu-HU" dirty="0" smtClean="0"/>
              <a:t> a </a:t>
            </a:r>
            <a:r>
              <a:rPr lang="hu-HU" dirty="0" err="1" smtClean="0"/>
              <a:t>data</a:t>
            </a:r>
            <a:r>
              <a:rPr lang="hu-HU" dirty="0" smtClean="0"/>
              <a:t> </a:t>
            </a:r>
            <a:r>
              <a:rPr lang="hu-HU" dirty="0" err="1" smtClean="0"/>
              <a:t>repository</a:t>
            </a:r>
            <a:r>
              <a:rPr lang="hu-HU" dirty="0" smtClean="0"/>
              <a:t> </a:t>
            </a:r>
            <a:r>
              <a:rPr lang="hu-HU" dirty="0" err="1" smtClean="0"/>
              <a:t>called</a:t>
            </a:r>
            <a:r>
              <a:rPr lang="hu-HU" dirty="0" smtClean="0"/>
              <a:t> </a:t>
            </a:r>
            <a:r>
              <a:rPr lang="hu-HU" dirty="0" err="1" smtClean="0"/>
              <a:t>Hugging</a:t>
            </a:r>
            <a:r>
              <a:rPr lang="hu-HU" dirty="0" smtClean="0"/>
              <a:t> </a:t>
            </a:r>
            <a:r>
              <a:rPr lang="hu-HU" dirty="0" err="1" smtClean="0"/>
              <a:t>Face</a:t>
            </a:r>
            <a:r>
              <a:rPr lang="hu-HU" dirty="0" smtClean="0"/>
              <a:t> </a:t>
            </a:r>
            <a:r>
              <a:rPr lang="hu-HU" dirty="0" err="1" smtClean="0"/>
              <a:t>Hub</a:t>
            </a:r>
            <a:r>
              <a:rPr lang="hu-HU" dirty="0" smtClean="0"/>
              <a:t>, </a:t>
            </a:r>
            <a:r>
              <a:rPr lang="hu-HU" dirty="0" err="1" smtClean="0"/>
              <a:t>which</a:t>
            </a:r>
            <a:r>
              <a:rPr lang="hu-HU" dirty="0" smtClean="0"/>
              <a:t> </a:t>
            </a:r>
            <a:r>
              <a:rPr lang="hu-HU" dirty="0" err="1" smtClean="0"/>
              <a:t>can</a:t>
            </a:r>
            <a:r>
              <a:rPr lang="hu-HU" dirty="0" smtClean="0"/>
              <a:t> </a:t>
            </a:r>
            <a:r>
              <a:rPr lang="hu-HU" dirty="0" err="1" smtClean="0"/>
              <a:t>also</a:t>
            </a:r>
            <a:r>
              <a:rPr lang="hu-HU" dirty="0" smtClean="0"/>
              <a:t> be </a:t>
            </a:r>
            <a:r>
              <a:rPr lang="hu-HU" dirty="0" err="1" smtClean="0"/>
              <a:t>accessed</a:t>
            </a:r>
            <a:r>
              <a:rPr lang="hu-HU" dirty="0" smtClean="0"/>
              <a:t> </a:t>
            </a:r>
            <a:r>
              <a:rPr lang="hu-HU" dirty="0" err="1" smtClean="0"/>
              <a:t>via</a:t>
            </a:r>
            <a:r>
              <a:rPr lang="hu-HU" dirty="0" smtClean="0"/>
              <a:t> an </a:t>
            </a:r>
            <a:r>
              <a:rPr lang="hu-HU" dirty="0" err="1" smtClean="0"/>
              <a:t>API</a:t>
            </a:r>
            <a:r>
              <a:rPr lang="hu-HU" dirty="0" smtClean="0"/>
              <a:t> </a:t>
            </a:r>
            <a:r>
              <a:rPr lang="hu-HU" dirty="0" err="1" smtClean="0"/>
              <a:t>from</a:t>
            </a:r>
            <a:r>
              <a:rPr lang="hu-HU" dirty="0" smtClean="0"/>
              <a:t> Python </a:t>
            </a:r>
            <a:r>
              <a:rPr lang="hu-HU" dirty="0" err="1" smtClean="0"/>
              <a:t>code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491400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 smtClean="0"/>
              <a:t>Learning</a:t>
            </a:r>
            <a:r>
              <a:rPr lang="hu-HU" dirty="0" smtClean="0"/>
              <a:t> </a:t>
            </a:r>
            <a:r>
              <a:rPr lang="hu-HU" dirty="0" err="1" smtClean="0"/>
              <a:t>About</a:t>
            </a:r>
            <a:r>
              <a:rPr lang="hu-HU" dirty="0" smtClean="0"/>
              <a:t> </a:t>
            </a:r>
            <a:r>
              <a:rPr lang="hu-HU" dirty="0" err="1" smtClean="0"/>
              <a:t>HF</a:t>
            </a:r>
            <a:r>
              <a:rPr lang="hu-HU" dirty="0" smtClean="0"/>
              <a:t> </a:t>
            </a:r>
            <a:r>
              <a:rPr lang="hu-HU" dirty="0" err="1" smtClean="0"/>
              <a:t>Transformers</a:t>
            </a:r>
            <a:endParaRPr lang="en-GB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457200" y="1600200"/>
            <a:ext cx="5194920" cy="4637112"/>
          </a:xfrm>
        </p:spPr>
        <p:txBody>
          <a:bodyPr>
            <a:normAutofit fontScale="85000" lnSpcReduction="20000"/>
          </a:bodyPr>
          <a:lstStyle/>
          <a:p>
            <a:r>
              <a:rPr lang="hu-HU" dirty="0" err="1" smtClean="0"/>
              <a:t>Textbook</a:t>
            </a:r>
            <a:r>
              <a:rPr lang="hu-HU" dirty="0" smtClean="0"/>
              <a:t> </a:t>
            </a:r>
            <a:r>
              <a:rPr lang="hu-HU" dirty="0" err="1" smtClean="0"/>
              <a:t>published</a:t>
            </a:r>
            <a:r>
              <a:rPr lang="hu-HU" dirty="0" smtClean="0"/>
              <a:t> </a:t>
            </a:r>
            <a:r>
              <a:rPr lang="hu-HU" dirty="0" err="1" smtClean="0"/>
              <a:t>by</a:t>
            </a:r>
            <a:r>
              <a:rPr lang="hu-HU" dirty="0" smtClean="0"/>
              <a:t> O’</a:t>
            </a:r>
            <a:r>
              <a:rPr lang="hu-HU" dirty="0" err="1" smtClean="0"/>
              <a:t>Reilly</a:t>
            </a:r>
            <a:r>
              <a:rPr lang="hu-HU" dirty="0" smtClean="0"/>
              <a:t>, 2022</a:t>
            </a:r>
          </a:p>
          <a:p>
            <a:pPr lvl="1"/>
            <a:r>
              <a:rPr lang="hu-HU" dirty="0" err="1" smtClean="0"/>
              <a:t>Tunstall</a:t>
            </a:r>
            <a:r>
              <a:rPr lang="hu-HU" dirty="0" smtClean="0"/>
              <a:t>, von </a:t>
            </a:r>
            <a:r>
              <a:rPr lang="hu-HU" dirty="0" err="1" smtClean="0"/>
              <a:t>Werra</a:t>
            </a:r>
            <a:r>
              <a:rPr lang="hu-HU" dirty="0" smtClean="0"/>
              <a:t>, Wolf: </a:t>
            </a:r>
            <a:r>
              <a:rPr lang="en-GB" i="1" dirty="0" smtClean="0"/>
              <a:t>Natural Language Processing with Transformers, Revised Edition</a:t>
            </a:r>
            <a:endParaRPr lang="hu-HU" i="1" dirty="0" smtClean="0"/>
          </a:p>
          <a:p>
            <a:r>
              <a:rPr lang="hu-HU" dirty="0" err="1" smtClean="0">
                <a:hlinkClick r:id="rId2"/>
              </a:rPr>
              <a:t>LLM</a:t>
            </a:r>
            <a:r>
              <a:rPr lang="hu-HU" dirty="0" smtClean="0">
                <a:hlinkClick r:id="rId2"/>
              </a:rPr>
              <a:t> </a:t>
            </a:r>
            <a:r>
              <a:rPr lang="hu-HU" dirty="0" err="1" smtClean="0">
                <a:hlinkClick r:id="rId2"/>
              </a:rPr>
              <a:t>Course</a:t>
            </a:r>
            <a:r>
              <a:rPr lang="hu-HU" dirty="0" smtClean="0"/>
              <a:t> </a:t>
            </a:r>
            <a:r>
              <a:rPr lang="hu-HU" dirty="0" err="1" smtClean="0"/>
              <a:t>on</a:t>
            </a:r>
            <a:r>
              <a:rPr lang="hu-HU" dirty="0" smtClean="0"/>
              <a:t> </a:t>
            </a:r>
            <a:r>
              <a:rPr lang="hu-HU" dirty="0" err="1" smtClean="0"/>
              <a:t>Hugging</a:t>
            </a:r>
            <a:r>
              <a:rPr lang="hu-HU" dirty="0" smtClean="0"/>
              <a:t> </a:t>
            </a:r>
            <a:r>
              <a:rPr lang="hu-HU" dirty="0" err="1" smtClean="0"/>
              <a:t>Face</a:t>
            </a:r>
            <a:r>
              <a:rPr lang="hu-HU" dirty="0" smtClean="0"/>
              <a:t> site</a:t>
            </a:r>
          </a:p>
          <a:p>
            <a:r>
              <a:rPr lang="hu-HU" dirty="0" err="1" smtClean="0"/>
              <a:t>Transformers</a:t>
            </a:r>
            <a:r>
              <a:rPr lang="hu-HU" dirty="0" smtClean="0"/>
              <a:t> </a:t>
            </a:r>
            <a:r>
              <a:rPr lang="hu-HU" dirty="0" err="1" smtClean="0">
                <a:hlinkClick r:id="rId3"/>
              </a:rPr>
              <a:t>library</a:t>
            </a:r>
            <a:r>
              <a:rPr lang="hu-HU" dirty="0" smtClean="0">
                <a:hlinkClick r:id="rId3"/>
              </a:rPr>
              <a:t> </a:t>
            </a:r>
            <a:r>
              <a:rPr lang="hu-HU" dirty="0" err="1" smtClean="0">
                <a:hlinkClick r:id="rId3"/>
              </a:rPr>
              <a:t>documentation</a:t>
            </a:r>
            <a:r>
              <a:rPr lang="hu-HU" dirty="0" smtClean="0"/>
              <a:t> </a:t>
            </a:r>
            <a:r>
              <a:rPr lang="hu-HU" dirty="0" err="1" smtClean="0"/>
              <a:t>at</a:t>
            </a:r>
            <a:r>
              <a:rPr lang="hu-HU" dirty="0" smtClean="0"/>
              <a:t> </a:t>
            </a:r>
            <a:r>
              <a:rPr lang="hu-HU" dirty="0" err="1" smtClean="0"/>
              <a:t>HF</a:t>
            </a:r>
            <a:endParaRPr lang="hu-HU" dirty="0" smtClean="0"/>
          </a:p>
          <a:p>
            <a:r>
              <a:rPr lang="hu-HU" dirty="0" err="1" smtClean="0"/>
              <a:t>Difficulty</a:t>
            </a:r>
            <a:r>
              <a:rPr lang="hu-HU" dirty="0" smtClean="0"/>
              <a:t>: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library</a:t>
            </a:r>
            <a:r>
              <a:rPr lang="hu-HU" dirty="0" smtClean="0"/>
              <a:t> </a:t>
            </a:r>
            <a:r>
              <a:rPr lang="hu-HU" dirty="0" err="1" smtClean="0"/>
              <a:t>changes</a:t>
            </a:r>
            <a:r>
              <a:rPr lang="hu-HU" dirty="0" smtClean="0"/>
              <a:t> </a:t>
            </a:r>
            <a:r>
              <a:rPr lang="hu-HU" dirty="0" err="1" smtClean="0"/>
              <a:t>so</a:t>
            </a:r>
            <a:r>
              <a:rPr lang="hu-HU" dirty="0" smtClean="0"/>
              <a:t> </a:t>
            </a:r>
            <a:r>
              <a:rPr lang="hu-HU" dirty="0" err="1" smtClean="0"/>
              <a:t>dynamically</a:t>
            </a:r>
            <a:r>
              <a:rPr lang="hu-HU" dirty="0" smtClean="0"/>
              <a:t> </a:t>
            </a:r>
            <a:r>
              <a:rPr lang="hu-HU" dirty="0" err="1" smtClean="0"/>
              <a:t>that</a:t>
            </a:r>
            <a:r>
              <a:rPr lang="hu-HU" dirty="0" smtClean="0"/>
              <a:t> </a:t>
            </a:r>
            <a:r>
              <a:rPr lang="hu-HU" dirty="0" err="1" smtClean="0"/>
              <a:t>training</a:t>
            </a:r>
            <a:r>
              <a:rPr lang="hu-HU" dirty="0" smtClean="0"/>
              <a:t> </a:t>
            </a:r>
            <a:r>
              <a:rPr lang="hu-HU" dirty="0" err="1" smtClean="0"/>
              <a:t>materials</a:t>
            </a:r>
            <a:r>
              <a:rPr lang="hu-HU" dirty="0" smtClean="0"/>
              <a:t> </a:t>
            </a:r>
            <a:r>
              <a:rPr lang="hu-HU" dirty="0" err="1" smtClean="0"/>
              <a:t>get</a:t>
            </a:r>
            <a:r>
              <a:rPr lang="hu-HU" dirty="0" smtClean="0"/>
              <a:t> </a:t>
            </a:r>
            <a:r>
              <a:rPr lang="hu-HU" dirty="0" err="1" smtClean="0"/>
              <a:t>obsolete</a:t>
            </a:r>
            <a:r>
              <a:rPr lang="hu-HU" dirty="0" smtClean="0"/>
              <a:t> </a:t>
            </a:r>
            <a:r>
              <a:rPr lang="hu-HU" dirty="0" err="1" smtClean="0"/>
              <a:t>very</a:t>
            </a:r>
            <a:r>
              <a:rPr lang="hu-HU" dirty="0" smtClean="0"/>
              <a:t> </a:t>
            </a:r>
            <a:r>
              <a:rPr lang="hu-HU" dirty="0" err="1" smtClean="0"/>
              <a:t>quickly</a:t>
            </a:r>
            <a:endParaRPr lang="en-GB" dirty="0" smtClean="0"/>
          </a:p>
        </p:txBody>
      </p:sp>
      <p:pic>
        <p:nvPicPr>
          <p:cNvPr id="1026" name="Picture 2" descr="https://m.media-amazon.com/images/I/81mU+Sr5acL._SL1500_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4168" y="1484784"/>
            <a:ext cx="2088232" cy="27404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672182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 smtClean="0"/>
              <a:t>Masked</a:t>
            </a:r>
            <a:r>
              <a:rPr lang="hu-HU" dirty="0" smtClean="0"/>
              <a:t> </a:t>
            </a:r>
            <a:r>
              <a:rPr lang="hu-HU" dirty="0" err="1" smtClean="0"/>
              <a:t>Language</a:t>
            </a:r>
            <a:r>
              <a:rPr lang="hu-HU" dirty="0" smtClean="0"/>
              <a:t> Modelling</a:t>
            </a:r>
            <a:endParaRPr lang="en-GB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637112"/>
          </a:xfrm>
        </p:spPr>
        <p:txBody>
          <a:bodyPr>
            <a:normAutofit fontScale="47500" lnSpcReduction="20000"/>
          </a:bodyPr>
          <a:lstStyle/>
          <a:p>
            <a:r>
              <a:rPr lang="hu-HU" dirty="0" smtClean="0"/>
              <a:t>The </a:t>
            </a:r>
            <a:r>
              <a:rPr lang="hu-HU" dirty="0" err="1" smtClean="0"/>
              <a:t>reason</a:t>
            </a:r>
            <a:r>
              <a:rPr lang="hu-HU" dirty="0" smtClean="0"/>
              <a:t> </a:t>
            </a:r>
            <a:r>
              <a:rPr lang="hu-HU" dirty="0" err="1" smtClean="0"/>
              <a:t>for</a:t>
            </a:r>
            <a:r>
              <a:rPr lang="hu-HU" dirty="0" smtClean="0"/>
              <a:t> </a:t>
            </a:r>
            <a:r>
              <a:rPr lang="hu-HU" dirty="0" err="1" smtClean="0"/>
              <a:t>training</a:t>
            </a:r>
            <a:r>
              <a:rPr lang="hu-HU" dirty="0" smtClean="0"/>
              <a:t> a </a:t>
            </a:r>
            <a:r>
              <a:rPr lang="hu-HU" dirty="0" err="1" smtClean="0"/>
              <a:t>bidirectional</a:t>
            </a:r>
            <a:r>
              <a:rPr lang="hu-HU" dirty="0" smtClean="0"/>
              <a:t> </a:t>
            </a:r>
            <a:r>
              <a:rPr lang="hu-HU" dirty="0" err="1" smtClean="0"/>
              <a:t>language</a:t>
            </a:r>
            <a:r>
              <a:rPr lang="hu-HU" dirty="0" smtClean="0"/>
              <a:t> </a:t>
            </a:r>
            <a:r>
              <a:rPr lang="hu-HU" dirty="0" err="1" smtClean="0"/>
              <a:t>model</a:t>
            </a:r>
            <a:r>
              <a:rPr lang="hu-HU" dirty="0" smtClean="0"/>
              <a:t> is </a:t>
            </a:r>
            <a:r>
              <a:rPr lang="hu-HU" dirty="0" err="1" smtClean="0"/>
              <a:t>that</a:t>
            </a:r>
            <a:r>
              <a:rPr lang="hu-HU" dirty="0" smtClean="0"/>
              <a:t> </a:t>
            </a:r>
            <a:r>
              <a:rPr lang="hu-HU" dirty="0" err="1" smtClean="0"/>
              <a:t>by</a:t>
            </a:r>
            <a:r>
              <a:rPr lang="hu-HU" dirty="0" smtClean="0"/>
              <a:t> </a:t>
            </a:r>
            <a:r>
              <a:rPr lang="hu-HU" dirty="0" err="1" smtClean="0"/>
              <a:t>taking</a:t>
            </a:r>
            <a:r>
              <a:rPr lang="hu-HU" dirty="0" smtClean="0"/>
              <a:t> </a:t>
            </a:r>
            <a:r>
              <a:rPr lang="hu-HU" dirty="0" err="1" smtClean="0"/>
              <a:t>both</a:t>
            </a:r>
            <a:r>
              <a:rPr lang="hu-HU" dirty="0" smtClean="0"/>
              <a:t> </a:t>
            </a:r>
            <a:r>
              <a:rPr lang="hu-HU" dirty="0" err="1" smtClean="0"/>
              <a:t>left</a:t>
            </a:r>
            <a:r>
              <a:rPr lang="hu-HU" dirty="0" smtClean="0"/>
              <a:t> and right </a:t>
            </a:r>
            <a:r>
              <a:rPr lang="hu-HU" dirty="0" err="1" smtClean="0"/>
              <a:t>context</a:t>
            </a:r>
            <a:r>
              <a:rPr lang="hu-HU" dirty="0" smtClean="0"/>
              <a:t> </a:t>
            </a:r>
            <a:r>
              <a:rPr lang="hu-HU" dirty="0" err="1" smtClean="0"/>
              <a:t>into</a:t>
            </a:r>
            <a:r>
              <a:rPr lang="hu-HU" dirty="0" smtClean="0"/>
              <a:t> </a:t>
            </a:r>
            <a:r>
              <a:rPr lang="hu-HU" dirty="0" err="1" smtClean="0"/>
              <a:t>consideration</a:t>
            </a:r>
            <a:r>
              <a:rPr lang="hu-HU" dirty="0" smtClean="0"/>
              <a:t>,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word</a:t>
            </a:r>
            <a:r>
              <a:rPr lang="hu-HU" dirty="0" smtClean="0"/>
              <a:t> </a:t>
            </a:r>
            <a:r>
              <a:rPr lang="hu-HU" dirty="0" err="1" smtClean="0"/>
              <a:t>in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middle</a:t>
            </a:r>
            <a:r>
              <a:rPr lang="hu-HU" dirty="0" smtClean="0"/>
              <a:t> </a:t>
            </a:r>
            <a:r>
              <a:rPr lang="hu-HU" dirty="0" err="1" smtClean="0"/>
              <a:t>can</a:t>
            </a:r>
            <a:r>
              <a:rPr lang="hu-HU" dirty="0" smtClean="0"/>
              <a:t> be </a:t>
            </a:r>
            <a:r>
              <a:rPr lang="hu-HU" dirty="0" err="1" smtClean="0"/>
              <a:t>predicted</a:t>
            </a:r>
            <a:r>
              <a:rPr lang="hu-HU" dirty="0" smtClean="0"/>
              <a:t> </a:t>
            </a:r>
            <a:r>
              <a:rPr lang="hu-HU" dirty="0" err="1" smtClean="0"/>
              <a:t>much</a:t>
            </a:r>
            <a:r>
              <a:rPr lang="hu-HU" dirty="0" smtClean="0"/>
              <a:t> more </a:t>
            </a:r>
            <a:r>
              <a:rPr lang="hu-HU" dirty="0" err="1" smtClean="0"/>
              <a:t>reliably</a:t>
            </a:r>
            <a:r>
              <a:rPr lang="hu-HU" dirty="0" smtClean="0"/>
              <a:t>.</a:t>
            </a:r>
          </a:p>
          <a:p>
            <a:r>
              <a:rPr lang="hu-HU" dirty="0" err="1" smtClean="0"/>
              <a:t>But</a:t>
            </a:r>
            <a:r>
              <a:rPr lang="hu-HU" dirty="0" smtClean="0"/>
              <a:t> </a:t>
            </a:r>
            <a:r>
              <a:rPr lang="hu-HU" dirty="0" err="1" smtClean="0"/>
              <a:t>we</a:t>
            </a:r>
            <a:r>
              <a:rPr lang="hu-HU" dirty="0" smtClean="0"/>
              <a:t> </a:t>
            </a:r>
            <a:r>
              <a:rPr lang="hu-HU" dirty="0" err="1" smtClean="0"/>
              <a:t>need</a:t>
            </a:r>
            <a:r>
              <a:rPr lang="hu-HU" dirty="0" smtClean="0"/>
              <a:t> </a:t>
            </a:r>
            <a:r>
              <a:rPr lang="hu-HU" dirty="0" err="1" smtClean="0"/>
              <a:t>to</a:t>
            </a:r>
            <a:r>
              <a:rPr lang="hu-HU" dirty="0" smtClean="0"/>
              <a:t> </a:t>
            </a:r>
            <a:r>
              <a:rPr lang="hu-HU" dirty="0" err="1" smtClean="0"/>
              <a:t>make</a:t>
            </a:r>
            <a:r>
              <a:rPr lang="hu-HU" dirty="0" smtClean="0"/>
              <a:t> </a:t>
            </a:r>
            <a:r>
              <a:rPr lang="hu-HU" dirty="0" err="1" smtClean="0"/>
              <a:t>sure</a:t>
            </a:r>
            <a:r>
              <a:rPr lang="hu-HU" dirty="0" smtClean="0"/>
              <a:t> </a:t>
            </a:r>
            <a:r>
              <a:rPr lang="hu-HU" dirty="0" err="1" smtClean="0"/>
              <a:t>that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language</a:t>
            </a:r>
            <a:r>
              <a:rPr lang="hu-HU" dirty="0" smtClean="0"/>
              <a:t> </a:t>
            </a:r>
            <a:r>
              <a:rPr lang="hu-HU" dirty="0" err="1" smtClean="0"/>
              <a:t>model</a:t>
            </a:r>
            <a:r>
              <a:rPr lang="hu-HU" dirty="0" smtClean="0"/>
              <a:t> </a:t>
            </a:r>
            <a:r>
              <a:rPr lang="hu-HU" dirty="0" err="1" smtClean="0"/>
              <a:t>does</a:t>
            </a:r>
            <a:r>
              <a:rPr lang="hu-HU" dirty="0" smtClean="0"/>
              <a:t> </a:t>
            </a:r>
            <a:r>
              <a:rPr lang="hu-HU" dirty="0" err="1" smtClean="0"/>
              <a:t>not</a:t>
            </a:r>
            <a:r>
              <a:rPr lang="hu-HU" dirty="0" smtClean="0"/>
              <a:t> </a:t>
            </a:r>
            <a:r>
              <a:rPr lang="hu-HU" dirty="0" err="1" smtClean="0"/>
              <a:t>see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token</a:t>
            </a:r>
            <a:r>
              <a:rPr lang="hu-HU" dirty="0" smtClean="0"/>
              <a:t> </a:t>
            </a:r>
            <a:r>
              <a:rPr lang="hu-HU" dirty="0" err="1" smtClean="0"/>
              <a:t>to</a:t>
            </a:r>
            <a:r>
              <a:rPr lang="hu-HU" dirty="0" smtClean="0"/>
              <a:t> be </a:t>
            </a:r>
            <a:r>
              <a:rPr lang="hu-HU" dirty="0" err="1" smtClean="0"/>
              <a:t>predicted</a:t>
            </a:r>
            <a:r>
              <a:rPr lang="hu-HU" dirty="0" smtClean="0"/>
              <a:t> </a:t>
            </a:r>
            <a:r>
              <a:rPr lang="hu-HU" dirty="0" err="1" smtClean="0"/>
              <a:t>in</a:t>
            </a:r>
            <a:r>
              <a:rPr lang="hu-HU" dirty="0" smtClean="0"/>
              <a:t> </a:t>
            </a:r>
            <a:r>
              <a:rPr lang="hu-HU" dirty="0" err="1" smtClean="0"/>
              <a:t>its</a:t>
            </a:r>
            <a:r>
              <a:rPr lang="hu-HU" dirty="0" smtClean="0"/>
              <a:t> input, </a:t>
            </a:r>
            <a:r>
              <a:rPr lang="hu-HU" dirty="0" err="1" smtClean="0"/>
              <a:t>since</a:t>
            </a:r>
            <a:r>
              <a:rPr lang="hu-HU" dirty="0" smtClean="0"/>
              <a:t> </a:t>
            </a:r>
            <a:r>
              <a:rPr lang="hu-HU" dirty="0" err="1" smtClean="0"/>
              <a:t>then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prediction</a:t>
            </a:r>
            <a:r>
              <a:rPr lang="hu-HU" dirty="0" smtClean="0"/>
              <a:t> </a:t>
            </a:r>
            <a:r>
              <a:rPr lang="hu-HU" dirty="0" err="1" smtClean="0"/>
              <a:t>would</a:t>
            </a:r>
            <a:r>
              <a:rPr lang="hu-HU" dirty="0" smtClean="0"/>
              <a:t> be almost </a:t>
            </a:r>
            <a:r>
              <a:rPr lang="hu-HU" dirty="0" err="1" smtClean="0"/>
              <a:t>trivial</a:t>
            </a:r>
            <a:r>
              <a:rPr lang="hu-HU" dirty="0" smtClean="0"/>
              <a:t>.</a:t>
            </a:r>
          </a:p>
          <a:p>
            <a:pPr lvl="1"/>
            <a:r>
              <a:rPr lang="hu-HU" dirty="0" err="1" smtClean="0"/>
              <a:t>Although</a:t>
            </a:r>
            <a:r>
              <a:rPr lang="hu-HU" dirty="0" smtClean="0"/>
              <a:t> </a:t>
            </a:r>
            <a:r>
              <a:rPr lang="hu-HU" dirty="0" err="1" smtClean="0"/>
              <a:t>not</a:t>
            </a:r>
            <a:r>
              <a:rPr lang="hu-HU" dirty="0" smtClean="0"/>
              <a:t> </a:t>
            </a:r>
            <a:r>
              <a:rPr lang="hu-HU" dirty="0" err="1" smtClean="0"/>
              <a:t>entirely</a:t>
            </a:r>
            <a:r>
              <a:rPr lang="hu-HU" dirty="0" smtClean="0"/>
              <a:t>, </a:t>
            </a:r>
            <a:r>
              <a:rPr lang="hu-HU" dirty="0" err="1" smtClean="0"/>
              <a:t>since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input is an </a:t>
            </a:r>
            <a:r>
              <a:rPr lang="hu-HU" dirty="0" err="1" smtClean="0"/>
              <a:t>embedding</a:t>
            </a:r>
            <a:r>
              <a:rPr lang="hu-HU" dirty="0" smtClean="0"/>
              <a:t> </a:t>
            </a:r>
            <a:r>
              <a:rPr lang="hu-HU" dirty="0" err="1" smtClean="0"/>
              <a:t>vector</a:t>
            </a:r>
            <a:r>
              <a:rPr lang="hu-HU" dirty="0"/>
              <a:t> </a:t>
            </a:r>
            <a:r>
              <a:rPr lang="hu-HU" dirty="0" smtClean="0"/>
              <a:t>and </a:t>
            </a:r>
            <a:r>
              <a:rPr lang="hu-HU" dirty="0" err="1" smtClean="0"/>
              <a:t>the</a:t>
            </a:r>
            <a:r>
              <a:rPr lang="hu-HU" dirty="0" smtClean="0"/>
              <a:t> output is a </a:t>
            </a:r>
            <a:r>
              <a:rPr lang="hu-HU" dirty="0" err="1" smtClean="0"/>
              <a:t>probability</a:t>
            </a:r>
            <a:r>
              <a:rPr lang="hu-HU" dirty="0" smtClean="0"/>
              <a:t> </a:t>
            </a:r>
            <a:r>
              <a:rPr lang="hu-HU" dirty="0" err="1" smtClean="0"/>
              <a:t>distribution</a:t>
            </a:r>
            <a:r>
              <a:rPr lang="hu-HU" dirty="0" smtClean="0"/>
              <a:t> </a:t>
            </a:r>
            <a:r>
              <a:rPr lang="hu-HU" dirty="0" err="1" smtClean="0"/>
              <a:t>vector</a:t>
            </a:r>
            <a:r>
              <a:rPr lang="hu-HU" dirty="0" smtClean="0"/>
              <a:t>; </a:t>
            </a:r>
            <a:r>
              <a:rPr lang="hu-HU" dirty="0" err="1" smtClean="0"/>
              <a:t>the</a:t>
            </a:r>
            <a:r>
              <a:rPr lang="hu-HU" dirty="0" smtClean="0"/>
              <a:t> input </a:t>
            </a:r>
            <a:r>
              <a:rPr lang="hu-HU" dirty="0" err="1" smtClean="0"/>
              <a:t>vector</a:t>
            </a:r>
            <a:r>
              <a:rPr lang="hu-HU" dirty="0" smtClean="0"/>
              <a:t> </a:t>
            </a:r>
            <a:r>
              <a:rPr lang="hu-HU" dirty="0" err="1" smtClean="0"/>
              <a:t>would</a:t>
            </a:r>
            <a:r>
              <a:rPr lang="hu-HU" dirty="0" smtClean="0"/>
              <a:t> </a:t>
            </a:r>
            <a:r>
              <a:rPr lang="hu-HU" dirty="0" err="1" smtClean="0"/>
              <a:t>still</a:t>
            </a:r>
            <a:r>
              <a:rPr lang="hu-HU" dirty="0" smtClean="0"/>
              <a:t> </a:t>
            </a:r>
            <a:r>
              <a:rPr lang="hu-HU" dirty="0" err="1" smtClean="0"/>
              <a:t>need</a:t>
            </a:r>
            <a:r>
              <a:rPr lang="hu-HU" dirty="0" smtClean="0"/>
              <a:t> </a:t>
            </a:r>
            <a:r>
              <a:rPr lang="hu-HU" dirty="0" err="1" smtClean="0"/>
              <a:t>to</a:t>
            </a:r>
            <a:r>
              <a:rPr lang="hu-HU" dirty="0" smtClean="0"/>
              <a:t> be </a:t>
            </a:r>
            <a:r>
              <a:rPr lang="hu-HU" dirty="0" err="1" smtClean="0"/>
              <a:t>mapped</a:t>
            </a:r>
            <a:r>
              <a:rPr lang="hu-HU" dirty="0" smtClean="0"/>
              <a:t> </a:t>
            </a:r>
            <a:r>
              <a:rPr lang="hu-HU" dirty="0" err="1" smtClean="0"/>
              <a:t>to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output.</a:t>
            </a:r>
          </a:p>
          <a:p>
            <a:r>
              <a:rPr lang="hu-HU" dirty="0" err="1" smtClean="0"/>
              <a:t>Masked</a:t>
            </a:r>
            <a:r>
              <a:rPr lang="hu-HU" dirty="0" smtClean="0"/>
              <a:t> </a:t>
            </a:r>
            <a:r>
              <a:rPr lang="hu-HU" dirty="0" err="1" smtClean="0"/>
              <a:t>language</a:t>
            </a:r>
            <a:r>
              <a:rPr lang="hu-HU" dirty="0" smtClean="0"/>
              <a:t> modelling </a:t>
            </a:r>
            <a:r>
              <a:rPr lang="hu-HU" dirty="0" err="1" smtClean="0"/>
              <a:t>solves</a:t>
            </a:r>
            <a:r>
              <a:rPr lang="hu-HU" dirty="0" smtClean="0"/>
              <a:t> </a:t>
            </a:r>
            <a:r>
              <a:rPr lang="hu-HU" dirty="0" err="1" smtClean="0"/>
              <a:t>this</a:t>
            </a:r>
            <a:r>
              <a:rPr lang="hu-HU" dirty="0" smtClean="0"/>
              <a:t> </a:t>
            </a:r>
            <a:r>
              <a:rPr lang="hu-HU" dirty="0" err="1" smtClean="0"/>
              <a:t>by</a:t>
            </a:r>
            <a:r>
              <a:rPr lang="hu-HU" dirty="0" smtClean="0"/>
              <a:t> </a:t>
            </a:r>
            <a:r>
              <a:rPr lang="hu-HU" dirty="0" err="1" smtClean="0"/>
              <a:t>hiding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tokens</a:t>
            </a:r>
            <a:r>
              <a:rPr lang="hu-HU" dirty="0" smtClean="0"/>
              <a:t> </a:t>
            </a:r>
            <a:r>
              <a:rPr lang="hu-HU" dirty="0" err="1" smtClean="0"/>
              <a:t>to</a:t>
            </a:r>
            <a:r>
              <a:rPr lang="hu-HU" dirty="0" smtClean="0"/>
              <a:t> be </a:t>
            </a:r>
            <a:r>
              <a:rPr lang="hu-HU" dirty="0" err="1" smtClean="0"/>
              <a:t>predicted</a:t>
            </a:r>
            <a:r>
              <a:rPr lang="hu-HU" dirty="0" smtClean="0"/>
              <a:t> </a:t>
            </a:r>
            <a:r>
              <a:rPr lang="hu-HU" dirty="0" err="1" smtClean="0"/>
              <a:t>in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input.</a:t>
            </a:r>
          </a:p>
          <a:p>
            <a:pPr lvl="1"/>
            <a:r>
              <a:rPr lang="hu-HU" dirty="0" err="1" smtClean="0"/>
              <a:t>Exactly</a:t>
            </a:r>
            <a:r>
              <a:rPr lang="hu-HU" dirty="0" smtClean="0"/>
              <a:t> </a:t>
            </a:r>
            <a:r>
              <a:rPr lang="hu-HU" dirty="0" err="1" smtClean="0"/>
              <a:t>like</a:t>
            </a:r>
            <a:r>
              <a:rPr lang="hu-HU" dirty="0" smtClean="0"/>
              <a:t> a </a:t>
            </a:r>
            <a:r>
              <a:rPr lang="hu-HU" dirty="0" err="1" smtClean="0"/>
              <a:t>so-called</a:t>
            </a:r>
            <a:r>
              <a:rPr lang="hu-HU" dirty="0" smtClean="0"/>
              <a:t> </a:t>
            </a:r>
            <a:r>
              <a:rPr lang="hu-HU" dirty="0" err="1" smtClean="0"/>
              <a:t>cloze</a:t>
            </a:r>
            <a:r>
              <a:rPr lang="hu-HU" dirty="0" smtClean="0"/>
              <a:t> test </a:t>
            </a:r>
            <a:r>
              <a:rPr lang="hu-HU" dirty="0" err="1" smtClean="0"/>
              <a:t>used</a:t>
            </a:r>
            <a:r>
              <a:rPr lang="hu-HU" dirty="0" smtClean="0"/>
              <a:t> </a:t>
            </a:r>
            <a:r>
              <a:rPr lang="hu-HU" dirty="0" err="1" smtClean="0"/>
              <a:t>in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testing of </a:t>
            </a:r>
            <a:r>
              <a:rPr lang="hu-HU" dirty="0" err="1" smtClean="0"/>
              <a:t>language</a:t>
            </a:r>
            <a:r>
              <a:rPr lang="hu-HU" dirty="0" smtClean="0"/>
              <a:t> </a:t>
            </a:r>
            <a:r>
              <a:rPr lang="hu-HU" dirty="0" err="1" smtClean="0"/>
              <a:t>learners</a:t>
            </a:r>
            <a:r>
              <a:rPr lang="hu-HU" dirty="0" smtClean="0"/>
              <a:t>. </a:t>
            </a:r>
            <a:r>
              <a:rPr lang="hu-HU" dirty="0" err="1" smtClean="0"/>
              <a:t>Words</a:t>
            </a:r>
            <a:r>
              <a:rPr lang="hu-HU" dirty="0" smtClean="0"/>
              <a:t> </a:t>
            </a:r>
            <a:r>
              <a:rPr lang="hu-HU" dirty="0" err="1" smtClean="0"/>
              <a:t>in</a:t>
            </a:r>
            <a:r>
              <a:rPr lang="hu-HU" dirty="0" smtClean="0"/>
              <a:t> a text </a:t>
            </a:r>
            <a:r>
              <a:rPr lang="en-GB" dirty="0" smtClean="0"/>
              <a:t>are removed at regular intervals, for example every five words</a:t>
            </a:r>
            <a:r>
              <a:rPr lang="hu-HU" dirty="0" smtClean="0"/>
              <a:t>.</a:t>
            </a:r>
          </a:p>
          <a:p>
            <a:pPr lvl="1"/>
            <a:r>
              <a:rPr lang="en-GB" i="1" dirty="0" smtClean="0"/>
              <a:t>This contrasts with a gap-fill exercise, where words are chosen and removed in order to practise a specific language point</a:t>
            </a:r>
            <a:r>
              <a:rPr lang="hu-HU" i="1" dirty="0" smtClean="0"/>
              <a:t>.</a:t>
            </a:r>
          </a:p>
          <a:p>
            <a:pPr lvl="1"/>
            <a:r>
              <a:rPr lang="en-GB" i="1" dirty="0" smtClean="0"/>
              <a:t>This contrasts with a ___</a:t>
            </a:r>
            <a:r>
              <a:rPr lang="hu-HU" i="1" dirty="0" err="1" smtClean="0"/>
              <a:t>-fill</a:t>
            </a:r>
            <a:r>
              <a:rPr lang="en-GB" i="1" dirty="0" smtClean="0"/>
              <a:t> exercise, where words are ______ and removed in order ______ practise a specific language ______</a:t>
            </a:r>
            <a:r>
              <a:rPr lang="hu-HU" i="1" dirty="0" smtClean="0"/>
              <a:t>.</a:t>
            </a:r>
          </a:p>
          <a:p>
            <a:r>
              <a:rPr lang="hu-HU" dirty="0" err="1" smtClean="0"/>
              <a:t>While</a:t>
            </a:r>
            <a:r>
              <a:rPr lang="hu-HU" dirty="0" smtClean="0"/>
              <a:t> </a:t>
            </a:r>
            <a:r>
              <a:rPr lang="hu-HU" dirty="0" err="1" smtClean="0"/>
              <a:t>pre-training</a:t>
            </a:r>
            <a:r>
              <a:rPr lang="hu-HU" dirty="0" smtClean="0"/>
              <a:t> </a:t>
            </a:r>
            <a:r>
              <a:rPr lang="hu-HU" dirty="0" err="1" smtClean="0"/>
              <a:t>BERT</a:t>
            </a:r>
            <a:r>
              <a:rPr lang="hu-HU" dirty="0" smtClean="0"/>
              <a:t>, 15 % of </a:t>
            </a:r>
            <a:r>
              <a:rPr lang="hu-HU" dirty="0" err="1" smtClean="0"/>
              <a:t>all</a:t>
            </a:r>
            <a:r>
              <a:rPr lang="hu-HU" dirty="0" smtClean="0"/>
              <a:t> </a:t>
            </a:r>
            <a:r>
              <a:rPr lang="hu-HU" dirty="0" err="1" smtClean="0"/>
              <a:t>tokens</a:t>
            </a:r>
            <a:r>
              <a:rPr lang="hu-HU" dirty="0" smtClean="0"/>
              <a:t> </a:t>
            </a:r>
            <a:r>
              <a:rPr lang="hu-HU" dirty="0" err="1" smtClean="0"/>
              <a:t>in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input </a:t>
            </a:r>
            <a:r>
              <a:rPr lang="hu-HU" dirty="0" err="1" smtClean="0"/>
              <a:t>are</a:t>
            </a:r>
            <a:r>
              <a:rPr lang="hu-HU" dirty="0" smtClean="0"/>
              <a:t> </a:t>
            </a:r>
            <a:r>
              <a:rPr lang="hu-HU" dirty="0" err="1" smtClean="0"/>
              <a:t>randomly</a:t>
            </a:r>
            <a:r>
              <a:rPr lang="hu-HU" dirty="0" smtClean="0"/>
              <a:t> (</a:t>
            </a:r>
            <a:r>
              <a:rPr lang="hu-HU" dirty="0" err="1" smtClean="0"/>
              <a:t>uniformly</a:t>
            </a:r>
            <a:r>
              <a:rPr lang="hu-HU" dirty="0" smtClean="0"/>
              <a:t>) </a:t>
            </a:r>
            <a:r>
              <a:rPr lang="hu-HU" dirty="0" err="1" smtClean="0"/>
              <a:t>selected</a:t>
            </a:r>
            <a:r>
              <a:rPr lang="hu-HU" dirty="0" smtClean="0"/>
              <a:t>:</a:t>
            </a:r>
          </a:p>
          <a:p>
            <a:pPr lvl="1"/>
            <a:r>
              <a:rPr lang="hu-HU" dirty="0" smtClean="0"/>
              <a:t>80 % of </a:t>
            </a:r>
            <a:r>
              <a:rPr lang="hu-HU" dirty="0" err="1" smtClean="0"/>
              <a:t>these</a:t>
            </a:r>
            <a:r>
              <a:rPr lang="hu-HU" dirty="0" smtClean="0"/>
              <a:t> </a:t>
            </a:r>
            <a:r>
              <a:rPr lang="hu-HU" dirty="0" err="1" smtClean="0"/>
              <a:t>are</a:t>
            </a:r>
            <a:r>
              <a:rPr lang="hu-HU" dirty="0" smtClean="0"/>
              <a:t> </a:t>
            </a:r>
            <a:r>
              <a:rPr lang="hu-HU" b="1" dirty="0" err="1" smtClean="0"/>
              <a:t>replaced</a:t>
            </a:r>
            <a:r>
              <a:rPr lang="hu-HU" b="1" dirty="0" smtClean="0"/>
              <a:t> </a:t>
            </a:r>
            <a:r>
              <a:rPr lang="hu-HU" b="1" dirty="0" err="1" smtClean="0"/>
              <a:t>by</a:t>
            </a:r>
            <a:r>
              <a:rPr lang="hu-HU" b="1" dirty="0" smtClean="0"/>
              <a:t> a </a:t>
            </a:r>
            <a:r>
              <a:rPr lang="hu-HU" b="1" dirty="0" err="1" smtClean="0"/>
              <a:t>special</a:t>
            </a:r>
            <a:r>
              <a:rPr lang="hu-HU" b="1" dirty="0" smtClean="0"/>
              <a:t> [</a:t>
            </a:r>
            <a:r>
              <a:rPr lang="hu-HU" b="1" dirty="0" err="1" smtClean="0"/>
              <a:t>MASK</a:t>
            </a:r>
            <a:r>
              <a:rPr lang="hu-HU" b="1" dirty="0" smtClean="0"/>
              <a:t>] </a:t>
            </a:r>
            <a:r>
              <a:rPr lang="hu-HU" b="1" dirty="0" err="1" smtClean="0"/>
              <a:t>token</a:t>
            </a:r>
            <a:r>
              <a:rPr lang="hu-HU" b="1" dirty="0" smtClean="0"/>
              <a:t> </a:t>
            </a:r>
            <a:r>
              <a:rPr lang="hu-HU" dirty="0" smtClean="0"/>
              <a:t>(= </a:t>
            </a:r>
            <a:r>
              <a:rPr lang="hu-HU" dirty="0" err="1" smtClean="0"/>
              <a:t>masked</a:t>
            </a:r>
            <a:r>
              <a:rPr lang="hu-HU" dirty="0" smtClean="0"/>
              <a:t>)</a:t>
            </a:r>
          </a:p>
          <a:p>
            <a:pPr lvl="1"/>
            <a:r>
              <a:rPr lang="hu-HU" dirty="0" smtClean="0"/>
              <a:t>10 % </a:t>
            </a:r>
            <a:r>
              <a:rPr lang="hu-HU" dirty="0" err="1" smtClean="0"/>
              <a:t>are</a:t>
            </a:r>
            <a:r>
              <a:rPr lang="hu-HU" dirty="0" smtClean="0"/>
              <a:t> </a:t>
            </a:r>
            <a:r>
              <a:rPr lang="hu-HU" b="1" dirty="0" err="1" smtClean="0"/>
              <a:t>replaced</a:t>
            </a:r>
            <a:r>
              <a:rPr lang="hu-HU" b="1" dirty="0" smtClean="0"/>
              <a:t> </a:t>
            </a:r>
            <a:r>
              <a:rPr lang="hu-HU" b="1" dirty="0" err="1" smtClean="0"/>
              <a:t>by</a:t>
            </a:r>
            <a:r>
              <a:rPr lang="hu-HU" b="1" dirty="0" smtClean="0"/>
              <a:t> a </a:t>
            </a:r>
            <a:r>
              <a:rPr lang="hu-HU" b="1" dirty="0" err="1" smtClean="0"/>
              <a:t>different</a:t>
            </a:r>
            <a:r>
              <a:rPr lang="hu-HU" b="1" dirty="0" smtClean="0"/>
              <a:t> </a:t>
            </a:r>
            <a:r>
              <a:rPr lang="hu-HU" b="1" dirty="0" err="1" smtClean="0"/>
              <a:t>token</a:t>
            </a:r>
            <a:r>
              <a:rPr lang="hu-HU" b="1" dirty="0" smtClean="0"/>
              <a:t> </a:t>
            </a:r>
            <a:r>
              <a:rPr lang="hu-HU" dirty="0" err="1" smtClean="0"/>
              <a:t>randomly</a:t>
            </a:r>
            <a:r>
              <a:rPr lang="hu-HU" dirty="0" smtClean="0"/>
              <a:t> </a:t>
            </a:r>
            <a:r>
              <a:rPr lang="hu-HU" dirty="0" err="1" smtClean="0"/>
              <a:t>selected</a:t>
            </a:r>
            <a:r>
              <a:rPr lang="hu-HU" dirty="0" smtClean="0"/>
              <a:t> </a:t>
            </a:r>
            <a:r>
              <a:rPr lang="hu-HU" dirty="0" err="1" smtClean="0"/>
              <a:t>from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vocabulary</a:t>
            </a:r>
            <a:r>
              <a:rPr lang="hu-HU" dirty="0" smtClean="0"/>
              <a:t> (</a:t>
            </a:r>
            <a:r>
              <a:rPr lang="hu-HU" dirty="0" err="1" smtClean="0"/>
              <a:t>trains</a:t>
            </a:r>
            <a:r>
              <a:rPr lang="hu-HU" dirty="0" smtClean="0"/>
              <a:t> </a:t>
            </a:r>
            <a:r>
              <a:rPr lang="hu-HU" dirty="0" err="1" smtClean="0"/>
              <a:t>to</a:t>
            </a:r>
            <a:r>
              <a:rPr lang="hu-HU" dirty="0" smtClean="0"/>
              <a:t> </a:t>
            </a:r>
            <a:r>
              <a:rPr lang="hu-HU" dirty="0" err="1" smtClean="0"/>
              <a:t>correct</a:t>
            </a:r>
            <a:r>
              <a:rPr lang="hu-HU" dirty="0" smtClean="0"/>
              <a:t> </a:t>
            </a:r>
            <a:r>
              <a:rPr lang="hu-HU" dirty="0" err="1" smtClean="0"/>
              <a:t>noise</a:t>
            </a:r>
            <a:r>
              <a:rPr lang="hu-HU" dirty="0" smtClean="0"/>
              <a:t>)</a:t>
            </a:r>
          </a:p>
          <a:p>
            <a:pPr lvl="1"/>
            <a:r>
              <a:rPr lang="hu-HU" dirty="0" smtClean="0"/>
              <a:t>10 % </a:t>
            </a:r>
            <a:r>
              <a:rPr lang="hu-HU" dirty="0" err="1" smtClean="0"/>
              <a:t>are</a:t>
            </a:r>
            <a:r>
              <a:rPr lang="hu-HU" dirty="0" smtClean="0"/>
              <a:t> </a:t>
            </a:r>
            <a:r>
              <a:rPr lang="hu-HU" b="1" dirty="0" err="1" smtClean="0"/>
              <a:t>left</a:t>
            </a:r>
            <a:r>
              <a:rPr lang="hu-HU" b="1" dirty="0" smtClean="0"/>
              <a:t> </a:t>
            </a:r>
            <a:r>
              <a:rPr lang="hu-HU" b="1" dirty="0" err="1" smtClean="0"/>
              <a:t>unchanged</a:t>
            </a:r>
            <a:r>
              <a:rPr lang="hu-HU" b="1" dirty="0" smtClean="0"/>
              <a:t> </a:t>
            </a:r>
            <a:r>
              <a:rPr lang="hu-HU" dirty="0" smtClean="0"/>
              <a:t>(</a:t>
            </a:r>
            <a:r>
              <a:rPr lang="hu-HU" dirty="0" err="1" smtClean="0"/>
              <a:t>trains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model</a:t>
            </a:r>
            <a:r>
              <a:rPr lang="hu-HU" dirty="0" smtClean="0"/>
              <a:t> </a:t>
            </a:r>
            <a:r>
              <a:rPr lang="hu-HU" dirty="0" err="1" smtClean="0"/>
              <a:t>as</a:t>
            </a:r>
            <a:r>
              <a:rPr lang="hu-HU" dirty="0" smtClean="0"/>
              <a:t> a </a:t>
            </a:r>
            <a:r>
              <a:rPr lang="hu-HU" dirty="0" err="1" smtClean="0"/>
              <a:t>plain</a:t>
            </a:r>
            <a:r>
              <a:rPr lang="hu-HU" dirty="0" smtClean="0"/>
              <a:t> </a:t>
            </a:r>
            <a:r>
              <a:rPr lang="hu-HU" dirty="0" err="1" smtClean="0"/>
              <a:t>autoencoder</a:t>
            </a:r>
            <a:r>
              <a:rPr lang="hu-HU" dirty="0" smtClean="0"/>
              <a:t>)</a:t>
            </a:r>
          </a:p>
          <a:p>
            <a:r>
              <a:rPr lang="hu-HU" dirty="0" smtClean="0"/>
              <a:t>A </a:t>
            </a:r>
            <a:r>
              <a:rPr lang="hu-HU" dirty="0" err="1" smtClean="0"/>
              <a:t>probability</a:t>
            </a:r>
            <a:r>
              <a:rPr lang="hu-HU" dirty="0" smtClean="0"/>
              <a:t> </a:t>
            </a:r>
            <a:r>
              <a:rPr lang="hu-HU" dirty="0" err="1" smtClean="0"/>
              <a:t>distribution</a:t>
            </a:r>
            <a:r>
              <a:rPr lang="hu-HU" dirty="0" smtClean="0"/>
              <a:t> is </a:t>
            </a:r>
            <a:r>
              <a:rPr lang="hu-HU" dirty="0" err="1" smtClean="0"/>
              <a:t>only</a:t>
            </a:r>
            <a:r>
              <a:rPr lang="hu-HU" dirty="0" smtClean="0"/>
              <a:t> </a:t>
            </a:r>
            <a:r>
              <a:rPr lang="hu-HU" dirty="0" err="1" smtClean="0"/>
              <a:t>calculated</a:t>
            </a:r>
            <a:r>
              <a:rPr lang="hu-HU" dirty="0" smtClean="0"/>
              <a:t> </a:t>
            </a:r>
            <a:r>
              <a:rPr lang="hu-HU" dirty="0" err="1" smtClean="0"/>
              <a:t>for</a:t>
            </a:r>
            <a:r>
              <a:rPr lang="hu-HU" dirty="0" smtClean="0"/>
              <a:t> </a:t>
            </a:r>
            <a:r>
              <a:rPr lang="hu-HU" dirty="0" err="1" smtClean="0"/>
              <a:t>these</a:t>
            </a:r>
            <a:r>
              <a:rPr lang="hu-HU" dirty="0" smtClean="0"/>
              <a:t> 15 % of </a:t>
            </a:r>
            <a:r>
              <a:rPr lang="hu-HU" dirty="0" err="1" smtClean="0"/>
              <a:t>randomly</a:t>
            </a:r>
            <a:r>
              <a:rPr lang="hu-HU" dirty="0" smtClean="0"/>
              <a:t> </a:t>
            </a:r>
            <a:r>
              <a:rPr lang="hu-HU" dirty="0" err="1" smtClean="0"/>
              <a:t>selected</a:t>
            </a:r>
            <a:r>
              <a:rPr lang="hu-HU" dirty="0" smtClean="0"/>
              <a:t> </a:t>
            </a:r>
            <a:r>
              <a:rPr lang="hu-HU" dirty="0" err="1" smtClean="0"/>
              <a:t>tokens</a:t>
            </a:r>
            <a:r>
              <a:rPr lang="hu-HU" dirty="0" smtClean="0"/>
              <a:t>, </a:t>
            </a:r>
            <a:r>
              <a:rPr lang="hu-HU" dirty="0" err="1" smtClean="0"/>
              <a:t>thus</a:t>
            </a:r>
            <a:r>
              <a:rPr lang="hu-HU" dirty="0" smtClean="0"/>
              <a:t> 85 % of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training</a:t>
            </a:r>
            <a:r>
              <a:rPr lang="hu-HU" dirty="0" smtClean="0"/>
              <a:t> corpus is </a:t>
            </a:r>
            <a:r>
              <a:rPr lang="hu-HU" dirty="0" err="1" smtClean="0"/>
              <a:t>only</a:t>
            </a:r>
            <a:r>
              <a:rPr lang="hu-HU" dirty="0" smtClean="0"/>
              <a:t> </a:t>
            </a:r>
            <a:r>
              <a:rPr lang="hu-HU" dirty="0" err="1" smtClean="0"/>
              <a:t>used</a:t>
            </a:r>
            <a:r>
              <a:rPr lang="hu-HU" dirty="0" smtClean="0"/>
              <a:t> </a:t>
            </a:r>
            <a:r>
              <a:rPr lang="hu-HU" dirty="0" err="1" smtClean="0"/>
              <a:t>as</a:t>
            </a:r>
            <a:r>
              <a:rPr lang="hu-HU" dirty="0" smtClean="0"/>
              <a:t> </a:t>
            </a:r>
            <a:r>
              <a:rPr lang="hu-HU" dirty="0" err="1" smtClean="0"/>
              <a:t>context</a:t>
            </a:r>
            <a:r>
              <a:rPr lang="hu-HU" dirty="0" smtClean="0"/>
              <a:t>, </a:t>
            </a:r>
            <a:r>
              <a:rPr lang="hu-HU" dirty="0" err="1" smtClean="0"/>
              <a:t>not</a:t>
            </a:r>
            <a:r>
              <a:rPr lang="hu-HU" dirty="0" smtClean="0"/>
              <a:t> </a:t>
            </a:r>
            <a:r>
              <a:rPr lang="hu-HU" dirty="0" err="1" smtClean="0"/>
              <a:t>to</a:t>
            </a:r>
            <a:r>
              <a:rPr lang="hu-HU" dirty="0" smtClean="0"/>
              <a:t> </a:t>
            </a:r>
            <a:r>
              <a:rPr lang="hu-HU" dirty="0" err="1" smtClean="0"/>
              <a:t>train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model</a:t>
            </a:r>
            <a:r>
              <a:rPr lang="hu-HU" dirty="0" smtClean="0"/>
              <a:t>.</a:t>
            </a:r>
          </a:p>
          <a:p>
            <a:r>
              <a:rPr lang="hu-HU" dirty="0" err="1" smtClean="0"/>
              <a:t>For</a:t>
            </a:r>
            <a:r>
              <a:rPr lang="hu-HU" dirty="0" smtClean="0"/>
              <a:t> </a:t>
            </a:r>
            <a:r>
              <a:rPr lang="hu-HU" b="1" dirty="0" err="1" smtClean="0"/>
              <a:t>each</a:t>
            </a:r>
            <a:r>
              <a:rPr lang="hu-HU" b="1" dirty="0" smtClean="0"/>
              <a:t> </a:t>
            </a:r>
            <a:r>
              <a:rPr lang="hu-HU" b="1" dirty="0" err="1" smtClean="0"/>
              <a:t>such</a:t>
            </a:r>
            <a:r>
              <a:rPr lang="hu-HU" b="1" dirty="0" smtClean="0"/>
              <a:t> </a:t>
            </a:r>
            <a:r>
              <a:rPr lang="hu-HU" b="1" dirty="0" err="1" smtClean="0"/>
              <a:t>token</a:t>
            </a:r>
            <a:r>
              <a:rPr lang="hu-HU" dirty="0" smtClean="0"/>
              <a:t>,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BERT</a:t>
            </a:r>
            <a:r>
              <a:rPr lang="hu-HU" dirty="0" smtClean="0"/>
              <a:t> </a:t>
            </a:r>
            <a:r>
              <a:rPr lang="hu-HU" dirty="0" err="1" smtClean="0"/>
              <a:t>model</a:t>
            </a:r>
            <a:r>
              <a:rPr lang="hu-HU" dirty="0" smtClean="0"/>
              <a:t> </a:t>
            </a:r>
            <a:r>
              <a:rPr lang="hu-HU" dirty="0" err="1" smtClean="0"/>
              <a:t>predicts</a:t>
            </a:r>
            <a:r>
              <a:rPr lang="hu-HU" dirty="0" smtClean="0"/>
              <a:t> a </a:t>
            </a:r>
            <a:r>
              <a:rPr lang="hu-HU" dirty="0" err="1" smtClean="0"/>
              <a:t>probability</a:t>
            </a:r>
            <a:r>
              <a:rPr lang="hu-HU" dirty="0" smtClean="0"/>
              <a:t> </a:t>
            </a:r>
            <a:r>
              <a:rPr lang="hu-HU" dirty="0" err="1" smtClean="0"/>
              <a:t>distribution</a:t>
            </a:r>
            <a:r>
              <a:rPr lang="hu-HU" dirty="0" smtClean="0"/>
              <a:t>.</a:t>
            </a:r>
          </a:p>
          <a:p>
            <a:pPr lvl="1"/>
            <a:r>
              <a:rPr lang="hu-HU" dirty="0" err="1" smtClean="0"/>
              <a:t>this</a:t>
            </a:r>
            <a:r>
              <a:rPr lang="hu-HU" dirty="0" smtClean="0"/>
              <a:t> </a:t>
            </a:r>
            <a:r>
              <a:rPr lang="hu-HU" dirty="0" err="1" smtClean="0"/>
              <a:t>distribution</a:t>
            </a:r>
            <a:r>
              <a:rPr lang="hu-HU" dirty="0" smtClean="0"/>
              <a:t> </a:t>
            </a:r>
            <a:r>
              <a:rPr lang="hu-HU" dirty="0" err="1" smtClean="0"/>
              <a:t>assigns</a:t>
            </a:r>
            <a:r>
              <a:rPr lang="hu-HU" dirty="0" smtClean="0"/>
              <a:t> a </a:t>
            </a:r>
            <a:r>
              <a:rPr lang="hu-HU" dirty="0" err="1" smtClean="0"/>
              <a:t>probability</a:t>
            </a:r>
            <a:r>
              <a:rPr lang="hu-HU" dirty="0" smtClean="0"/>
              <a:t> </a:t>
            </a:r>
            <a:r>
              <a:rPr lang="hu-HU" dirty="0" err="1" smtClean="0"/>
              <a:t>to</a:t>
            </a:r>
            <a:r>
              <a:rPr lang="hu-HU" dirty="0" smtClean="0"/>
              <a:t> </a:t>
            </a:r>
            <a:r>
              <a:rPr lang="hu-HU" dirty="0" err="1" smtClean="0"/>
              <a:t>every</a:t>
            </a:r>
            <a:r>
              <a:rPr lang="hu-HU" dirty="0" smtClean="0"/>
              <a:t> </a:t>
            </a:r>
            <a:r>
              <a:rPr lang="hu-HU" dirty="0" err="1" smtClean="0"/>
              <a:t>element</a:t>
            </a:r>
            <a:r>
              <a:rPr lang="hu-HU" dirty="0" smtClean="0"/>
              <a:t> of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vocabulary</a:t>
            </a:r>
            <a:r>
              <a:rPr lang="hu-HU" dirty="0" smtClean="0"/>
              <a:t>, </a:t>
            </a:r>
            <a:r>
              <a:rPr lang="hu-HU" dirty="0" err="1" smtClean="0"/>
              <a:t>summing</a:t>
            </a:r>
            <a:r>
              <a:rPr lang="hu-HU" dirty="0" smtClean="0"/>
              <a:t> </a:t>
            </a:r>
            <a:r>
              <a:rPr lang="hu-HU" dirty="0" err="1" smtClean="0"/>
              <a:t>to</a:t>
            </a:r>
            <a:r>
              <a:rPr lang="hu-HU" dirty="0" smtClean="0"/>
              <a:t> 1</a:t>
            </a:r>
          </a:p>
          <a:p>
            <a:pPr lvl="1"/>
            <a:r>
              <a:rPr lang="hu-HU" dirty="0" err="1" smtClean="0"/>
              <a:t>e.g</a:t>
            </a:r>
            <a:r>
              <a:rPr lang="hu-HU" dirty="0" smtClean="0"/>
              <a:t>. </a:t>
            </a:r>
            <a:r>
              <a:rPr lang="hu-HU" i="1" dirty="0" err="1" smtClean="0"/>
              <a:t>gap</a:t>
            </a:r>
            <a:r>
              <a:rPr lang="hu-HU" i="1" dirty="0" smtClean="0"/>
              <a:t> </a:t>
            </a:r>
            <a:r>
              <a:rPr lang="hu-HU" dirty="0" err="1" smtClean="0"/>
              <a:t>could</a:t>
            </a:r>
            <a:r>
              <a:rPr lang="hu-HU" dirty="0" smtClean="0"/>
              <a:t> be </a:t>
            </a:r>
            <a:r>
              <a:rPr lang="hu-HU" dirty="0" err="1" smtClean="0"/>
              <a:t>predicted</a:t>
            </a:r>
            <a:r>
              <a:rPr lang="hu-HU" dirty="0" smtClean="0"/>
              <a:t> a </a:t>
            </a:r>
            <a:r>
              <a:rPr lang="hu-HU" dirty="0" err="1" smtClean="0"/>
              <a:t>probability</a:t>
            </a:r>
            <a:r>
              <a:rPr lang="hu-HU" dirty="0" smtClean="0"/>
              <a:t> of 0.14 </a:t>
            </a:r>
            <a:r>
              <a:rPr lang="hu-HU" dirty="0" err="1" smtClean="0"/>
              <a:t>in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example</a:t>
            </a:r>
            <a:r>
              <a:rPr lang="hu-HU" dirty="0" smtClean="0"/>
              <a:t> </a:t>
            </a:r>
            <a:r>
              <a:rPr lang="hu-HU" dirty="0" err="1" smtClean="0"/>
              <a:t>above</a:t>
            </a:r>
            <a:r>
              <a:rPr lang="hu-HU" dirty="0" smtClean="0"/>
              <a:t>.</a:t>
            </a:r>
          </a:p>
          <a:p>
            <a:pPr lvl="1"/>
            <a:r>
              <a:rPr lang="hu-HU" dirty="0" smtClean="0"/>
              <a:t>The </a:t>
            </a:r>
            <a:r>
              <a:rPr lang="hu-HU" b="1" dirty="0" err="1" smtClean="0"/>
              <a:t>difference</a:t>
            </a:r>
            <a:r>
              <a:rPr lang="hu-HU" b="1" dirty="0" smtClean="0"/>
              <a:t> </a:t>
            </a:r>
            <a:r>
              <a:rPr lang="hu-HU" dirty="0" err="1" smtClean="0"/>
              <a:t>between</a:t>
            </a:r>
            <a:r>
              <a:rPr lang="hu-HU" dirty="0" smtClean="0"/>
              <a:t> </a:t>
            </a:r>
            <a:r>
              <a:rPr lang="hu-HU" dirty="0" err="1" smtClean="0"/>
              <a:t>this</a:t>
            </a:r>
            <a:r>
              <a:rPr lang="hu-HU" dirty="0" smtClean="0"/>
              <a:t> </a:t>
            </a:r>
            <a:r>
              <a:rPr lang="hu-HU" b="1" dirty="0" err="1" smtClean="0"/>
              <a:t>predicted</a:t>
            </a:r>
            <a:r>
              <a:rPr lang="hu-HU" b="1" dirty="0" smtClean="0"/>
              <a:t> </a:t>
            </a:r>
            <a:r>
              <a:rPr lang="hu-HU" b="1" dirty="0" err="1" smtClean="0"/>
              <a:t>probability</a:t>
            </a:r>
            <a:r>
              <a:rPr lang="hu-HU" b="1" dirty="0" smtClean="0"/>
              <a:t> and 1 </a:t>
            </a:r>
            <a:r>
              <a:rPr lang="hu-HU" dirty="0" smtClean="0"/>
              <a:t>is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b="1" dirty="0" err="1" smtClean="0"/>
              <a:t>error</a:t>
            </a:r>
            <a:r>
              <a:rPr lang="hu-HU" b="1" dirty="0" smtClean="0"/>
              <a:t> (</a:t>
            </a:r>
            <a:r>
              <a:rPr lang="hu-HU" b="1" dirty="0" err="1" smtClean="0"/>
              <a:t>loss</a:t>
            </a:r>
            <a:r>
              <a:rPr lang="hu-HU" b="1" dirty="0" smtClean="0"/>
              <a:t>) </a:t>
            </a:r>
            <a:r>
              <a:rPr lang="hu-HU" dirty="0" smtClean="0"/>
              <a:t>of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model</a:t>
            </a:r>
            <a:r>
              <a:rPr lang="hu-HU" dirty="0" smtClean="0"/>
              <a:t> </a:t>
            </a:r>
            <a:r>
              <a:rPr lang="hu-HU" dirty="0" err="1" smtClean="0"/>
              <a:t>for</a:t>
            </a:r>
            <a:r>
              <a:rPr lang="hu-HU" dirty="0" smtClean="0"/>
              <a:t> </a:t>
            </a:r>
            <a:r>
              <a:rPr lang="hu-HU" dirty="0" err="1" smtClean="0"/>
              <a:t>that</a:t>
            </a:r>
            <a:r>
              <a:rPr lang="hu-HU" dirty="0" smtClean="0"/>
              <a:t> </a:t>
            </a:r>
            <a:r>
              <a:rPr lang="hu-HU" dirty="0" err="1" smtClean="0"/>
              <a:t>token</a:t>
            </a:r>
            <a:r>
              <a:rPr lang="hu-HU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805660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 smtClean="0"/>
              <a:t>Tokeniser</a:t>
            </a:r>
            <a:endParaRPr lang="en-GB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hu-HU" dirty="0" err="1" smtClean="0"/>
              <a:t>BERT</a:t>
            </a:r>
            <a:r>
              <a:rPr lang="hu-HU" dirty="0" smtClean="0"/>
              <a:t> and </a:t>
            </a:r>
            <a:r>
              <a:rPr lang="hu-HU" dirty="0" err="1" smtClean="0"/>
              <a:t>other</a:t>
            </a:r>
            <a:r>
              <a:rPr lang="hu-HU" dirty="0" smtClean="0"/>
              <a:t> modern </a:t>
            </a:r>
            <a:r>
              <a:rPr lang="hu-HU" dirty="0" err="1" smtClean="0"/>
              <a:t>neural</a:t>
            </a:r>
            <a:r>
              <a:rPr lang="hu-HU" dirty="0" smtClean="0"/>
              <a:t> </a:t>
            </a:r>
            <a:r>
              <a:rPr lang="hu-HU" dirty="0" err="1" smtClean="0"/>
              <a:t>language</a:t>
            </a:r>
            <a:r>
              <a:rPr lang="hu-HU" dirty="0" smtClean="0"/>
              <a:t> </a:t>
            </a:r>
            <a:r>
              <a:rPr lang="hu-HU" dirty="0" err="1" smtClean="0"/>
              <a:t>models</a:t>
            </a:r>
            <a:r>
              <a:rPr lang="hu-HU" dirty="0" smtClean="0"/>
              <a:t> </a:t>
            </a:r>
            <a:r>
              <a:rPr lang="hu-HU" dirty="0" err="1" smtClean="0"/>
              <a:t>usually</a:t>
            </a:r>
            <a:r>
              <a:rPr lang="hu-HU" dirty="0" smtClean="0"/>
              <a:t> </a:t>
            </a:r>
            <a:r>
              <a:rPr lang="hu-HU" dirty="0" err="1" smtClean="0"/>
              <a:t>use</a:t>
            </a:r>
            <a:r>
              <a:rPr lang="hu-HU" dirty="0" smtClean="0"/>
              <a:t> a </a:t>
            </a:r>
            <a:r>
              <a:rPr lang="hu-HU" b="1" dirty="0" err="1" smtClean="0"/>
              <a:t>trained</a:t>
            </a:r>
            <a:r>
              <a:rPr lang="hu-HU" b="1" dirty="0" smtClean="0"/>
              <a:t> </a:t>
            </a:r>
            <a:r>
              <a:rPr lang="hu-HU" b="1" dirty="0" err="1" smtClean="0"/>
              <a:t>tokeniser</a:t>
            </a:r>
            <a:r>
              <a:rPr lang="hu-HU" dirty="0" smtClean="0"/>
              <a:t>.</a:t>
            </a:r>
          </a:p>
          <a:p>
            <a:r>
              <a:rPr lang="hu-HU" dirty="0" err="1" smtClean="0"/>
              <a:t>They</a:t>
            </a:r>
            <a:r>
              <a:rPr lang="hu-HU" dirty="0" smtClean="0"/>
              <a:t> </a:t>
            </a:r>
            <a:r>
              <a:rPr lang="hu-HU" dirty="0" err="1" smtClean="0"/>
              <a:t>are</a:t>
            </a:r>
            <a:r>
              <a:rPr lang="hu-HU" dirty="0" smtClean="0"/>
              <a:t> </a:t>
            </a:r>
            <a:r>
              <a:rPr lang="hu-HU" dirty="0" err="1" smtClean="0"/>
              <a:t>based</a:t>
            </a:r>
            <a:r>
              <a:rPr lang="hu-HU" dirty="0" smtClean="0"/>
              <a:t> </a:t>
            </a:r>
            <a:r>
              <a:rPr lang="hu-HU" dirty="0" err="1" smtClean="0"/>
              <a:t>on</a:t>
            </a:r>
            <a:r>
              <a:rPr lang="hu-HU" dirty="0" smtClean="0"/>
              <a:t> </a:t>
            </a:r>
            <a:r>
              <a:rPr lang="hu-HU" dirty="0" err="1" smtClean="0"/>
              <a:t>some</a:t>
            </a:r>
            <a:r>
              <a:rPr lang="hu-HU" dirty="0" smtClean="0"/>
              <a:t> </a:t>
            </a:r>
            <a:r>
              <a:rPr lang="hu-HU" dirty="0" err="1" smtClean="0"/>
              <a:t>variant</a:t>
            </a:r>
            <a:r>
              <a:rPr lang="hu-HU" dirty="0" smtClean="0"/>
              <a:t> of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b="1" dirty="0" err="1" smtClean="0"/>
              <a:t>byte-pair</a:t>
            </a:r>
            <a:r>
              <a:rPr lang="hu-HU" b="1" dirty="0" smtClean="0"/>
              <a:t> </a:t>
            </a:r>
            <a:r>
              <a:rPr lang="hu-HU" b="1" dirty="0" err="1" smtClean="0"/>
              <a:t>encoding</a:t>
            </a:r>
            <a:r>
              <a:rPr lang="hu-HU" b="1" dirty="0" smtClean="0"/>
              <a:t> </a:t>
            </a:r>
            <a:r>
              <a:rPr lang="hu-HU" dirty="0" smtClean="0"/>
              <a:t>(</a:t>
            </a:r>
            <a:r>
              <a:rPr lang="hu-HU" dirty="0" err="1" smtClean="0"/>
              <a:t>BPE</a:t>
            </a:r>
            <a:r>
              <a:rPr lang="hu-HU" dirty="0" smtClean="0"/>
              <a:t>) </a:t>
            </a:r>
            <a:r>
              <a:rPr lang="hu-HU" dirty="0" err="1" smtClean="0"/>
              <a:t>algorithm</a:t>
            </a:r>
            <a:r>
              <a:rPr lang="hu-HU" dirty="0" smtClean="0"/>
              <a:t>.</a:t>
            </a:r>
          </a:p>
          <a:p>
            <a:r>
              <a:rPr lang="hu-HU" dirty="0" err="1" smtClean="0"/>
              <a:t>Training</a:t>
            </a:r>
            <a:r>
              <a:rPr lang="hu-HU" dirty="0" smtClean="0"/>
              <a:t> a </a:t>
            </a:r>
            <a:r>
              <a:rPr lang="hu-HU" dirty="0" err="1" smtClean="0"/>
              <a:t>BPE</a:t>
            </a:r>
            <a:r>
              <a:rPr lang="hu-HU" dirty="0" smtClean="0"/>
              <a:t> </a:t>
            </a:r>
            <a:r>
              <a:rPr lang="hu-HU" dirty="0" err="1" smtClean="0"/>
              <a:t>tokeniser</a:t>
            </a:r>
            <a:r>
              <a:rPr lang="hu-HU" dirty="0" smtClean="0"/>
              <a:t> </a:t>
            </a:r>
            <a:r>
              <a:rPr lang="hu-HU" dirty="0" err="1" smtClean="0"/>
              <a:t>starts</a:t>
            </a:r>
            <a:r>
              <a:rPr lang="hu-HU" dirty="0" smtClean="0"/>
              <a:t> out </a:t>
            </a:r>
            <a:r>
              <a:rPr lang="hu-HU" dirty="0" err="1" smtClean="0"/>
              <a:t>with</a:t>
            </a:r>
            <a:r>
              <a:rPr lang="hu-HU" dirty="0" smtClean="0"/>
              <a:t> a </a:t>
            </a:r>
            <a:r>
              <a:rPr lang="hu-HU" dirty="0" err="1" smtClean="0"/>
              <a:t>training</a:t>
            </a:r>
            <a:r>
              <a:rPr lang="hu-HU" dirty="0" smtClean="0"/>
              <a:t> corpus </a:t>
            </a:r>
            <a:r>
              <a:rPr lang="hu-HU" dirty="0" err="1" smtClean="0"/>
              <a:t>in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form</a:t>
            </a:r>
            <a:r>
              <a:rPr lang="hu-HU" dirty="0" smtClean="0"/>
              <a:t> of a </a:t>
            </a:r>
            <a:r>
              <a:rPr lang="hu-HU" dirty="0" err="1" smtClean="0"/>
              <a:t>sequence</a:t>
            </a:r>
            <a:r>
              <a:rPr lang="hu-HU" dirty="0" smtClean="0"/>
              <a:t> of </a:t>
            </a:r>
            <a:r>
              <a:rPr lang="hu-HU" dirty="0" err="1" smtClean="0"/>
              <a:t>atomic</a:t>
            </a:r>
            <a:r>
              <a:rPr lang="hu-HU" dirty="0" smtClean="0"/>
              <a:t> </a:t>
            </a:r>
            <a:r>
              <a:rPr lang="hu-HU" dirty="0" err="1" smtClean="0"/>
              <a:t>units</a:t>
            </a:r>
            <a:r>
              <a:rPr lang="hu-HU" dirty="0" smtClean="0"/>
              <a:t>, </a:t>
            </a:r>
            <a:r>
              <a:rPr lang="hu-HU" dirty="0" err="1" smtClean="0"/>
              <a:t>usually</a:t>
            </a:r>
            <a:r>
              <a:rPr lang="hu-HU" dirty="0" smtClean="0"/>
              <a:t> </a:t>
            </a:r>
            <a:r>
              <a:rPr lang="hu-HU" dirty="0" err="1" smtClean="0"/>
              <a:t>bytes</a:t>
            </a:r>
            <a:r>
              <a:rPr lang="hu-HU" dirty="0" smtClean="0"/>
              <a:t> </a:t>
            </a:r>
            <a:r>
              <a:rPr lang="hu-HU" dirty="0" err="1" smtClean="0"/>
              <a:t>or</a:t>
            </a:r>
            <a:r>
              <a:rPr lang="hu-HU" dirty="0" smtClean="0"/>
              <a:t> </a:t>
            </a:r>
            <a:r>
              <a:rPr lang="hu-HU" dirty="0" err="1" smtClean="0"/>
              <a:t>characters</a:t>
            </a:r>
            <a:r>
              <a:rPr lang="hu-HU" dirty="0" smtClean="0"/>
              <a:t> (</a:t>
            </a:r>
            <a:r>
              <a:rPr lang="hu-HU" dirty="0" err="1" smtClean="0"/>
              <a:t>can</a:t>
            </a:r>
            <a:r>
              <a:rPr lang="hu-HU" dirty="0" smtClean="0"/>
              <a:t> be text </a:t>
            </a:r>
            <a:r>
              <a:rPr lang="hu-HU" dirty="0" err="1" smtClean="0"/>
              <a:t>encoded</a:t>
            </a:r>
            <a:r>
              <a:rPr lang="hu-HU" dirty="0" smtClean="0"/>
              <a:t> </a:t>
            </a:r>
            <a:r>
              <a:rPr lang="hu-HU" dirty="0" err="1" smtClean="0"/>
              <a:t>as</a:t>
            </a:r>
            <a:r>
              <a:rPr lang="hu-HU" dirty="0" smtClean="0"/>
              <a:t> ASCII, Unicode, etc.)</a:t>
            </a:r>
          </a:p>
          <a:p>
            <a:r>
              <a:rPr lang="hu-HU" b="1" dirty="0" err="1" smtClean="0"/>
              <a:t>Every</a:t>
            </a:r>
            <a:r>
              <a:rPr lang="hu-HU" b="1" dirty="0" smtClean="0"/>
              <a:t> </a:t>
            </a:r>
            <a:r>
              <a:rPr lang="hu-HU" b="1" dirty="0" err="1" smtClean="0"/>
              <a:t>such</a:t>
            </a:r>
            <a:r>
              <a:rPr lang="hu-HU" b="1" dirty="0" smtClean="0"/>
              <a:t> </a:t>
            </a:r>
            <a:r>
              <a:rPr lang="hu-HU" b="1" dirty="0" err="1" smtClean="0"/>
              <a:t>atomic</a:t>
            </a:r>
            <a:r>
              <a:rPr lang="hu-HU" b="1" dirty="0" smtClean="0"/>
              <a:t> unit is </a:t>
            </a:r>
            <a:r>
              <a:rPr lang="hu-HU" b="1" dirty="0" err="1" smtClean="0"/>
              <a:t>initially</a:t>
            </a:r>
            <a:r>
              <a:rPr lang="hu-HU" b="1" dirty="0" smtClean="0"/>
              <a:t> a </a:t>
            </a:r>
            <a:r>
              <a:rPr lang="hu-HU" b="1" dirty="0" err="1" smtClean="0"/>
              <a:t>member</a:t>
            </a:r>
            <a:r>
              <a:rPr lang="hu-HU" b="1" dirty="0" smtClean="0"/>
              <a:t> of </a:t>
            </a:r>
            <a:r>
              <a:rPr lang="hu-HU" b="1" dirty="0" err="1" smtClean="0"/>
              <a:t>the</a:t>
            </a:r>
            <a:r>
              <a:rPr lang="hu-HU" b="1" dirty="0" smtClean="0"/>
              <a:t> </a:t>
            </a:r>
            <a:r>
              <a:rPr lang="hu-HU" b="1" dirty="0" err="1" smtClean="0"/>
              <a:t>token</a:t>
            </a:r>
            <a:r>
              <a:rPr lang="hu-HU" b="1" dirty="0" smtClean="0"/>
              <a:t> </a:t>
            </a:r>
            <a:r>
              <a:rPr lang="hu-HU" b="1" dirty="0" err="1" smtClean="0"/>
              <a:t>vocabulary</a:t>
            </a:r>
            <a:r>
              <a:rPr lang="hu-HU" b="1" dirty="0" smtClean="0"/>
              <a:t>.</a:t>
            </a:r>
            <a:endParaRPr lang="hu-HU" b="1" dirty="0"/>
          </a:p>
          <a:p>
            <a:r>
              <a:rPr lang="hu-HU" dirty="0" err="1" smtClean="0"/>
              <a:t>On</a:t>
            </a:r>
            <a:r>
              <a:rPr lang="hu-HU" dirty="0" smtClean="0"/>
              <a:t> </a:t>
            </a:r>
            <a:r>
              <a:rPr lang="hu-HU" dirty="0" err="1" smtClean="0"/>
              <a:t>each</a:t>
            </a:r>
            <a:r>
              <a:rPr lang="hu-HU" dirty="0" smtClean="0"/>
              <a:t> </a:t>
            </a:r>
            <a:r>
              <a:rPr lang="hu-HU" dirty="0" err="1" smtClean="0"/>
              <a:t>iteration</a:t>
            </a:r>
            <a:r>
              <a:rPr lang="hu-HU" dirty="0"/>
              <a:t> </a:t>
            </a:r>
            <a:r>
              <a:rPr lang="hu-HU" dirty="0" smtClean="0"/>
              <a:t>of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algorithm</a:t>
            </a:r>
            <a:r>
              <a:rPr lang="hu-HU" dirty="0" smtClean="0"/>
              <a:t>, </a:t>
            </a:r>
            <a:r>
              <a:rPr lang="hu-HU" dirty="0" err="1" smtClean="0"/>
              <a:t>the</a:t>
            </a:r>
            <a:r>
              <a:rPr lang="hu-HU" dirty="0" smtClean="0"/>
              <a:t> corpus is </a:t>
            </a:r>
            <a:r>
              <a:rPr lang="hu-HU" dirty="0" err="1" smtClean="0"/>
              <a:t>scanned</a:t>
            </a:r>
            <a:r>
              <a:rPr lang="hu-HU" dirty="0" smtClean="0"/>
              <a:t> </a:t>
            </a:r>
            <a:r>
              <a:rPr lang="hu-HU" dirty="0" err="1" smtClean="0"/>
              <a:t>to</a:t>
            </a:r>
            <a:r>
              <a:rPr lang="hu-HU" dirty="0" smtClean="0"/>
              <a:t> </a:t>
            </a:r>
            <a:r>
              <a:rPr lang="hu-HU" b="1" dirty="0" err="1" smtClean="0"/>
              <a:t>find</a:t>
            </a:r>
            <a:r>
              <a:rPr lang="hu-HU" b="1" dirty="0" smtClean="0"/>
              <a:t> </a:t>
            </a:r>
            <a:r>
              <a:rPr lang="hu-HU" b="1" dirty="0" err="1" smtClean="0"/>
              <a:t>the</a:t>
            </a:r>
            <a:r>
              <a:rPr lang="hu-HU" b="1" dirty="0" smtClean="0"/>
              <a:t> most </a:t>
            </a:r>
            <a:r>
              <a:rPr lang="hu-HU" b="1" dirty="0" err="1" smtClean="0"/>
              <a:t>frequent</a:t>
            </a:r>
            <a:r>
              <a:rPr lang="hu-HU" b="1" dirty="0" smtClean="0"/>
              <a:t> </a:t>
            </a:r>
            <a:r>
              <a:rPr lang="hu-HU" b="1" dirty="0" err="1" smtClean="0"/>
              <a:t>contiguous</a:t>
            </a:r>
            <a:r>
              <a:rPr lang="hu-HU" b="1" dirty="0" smtClean="0"/>
              <a:t> </a:t>
            </a:r>
            <a:r>
              <a:rPr lang="hu-HU" dirty="0" smtClean="0"/>
              <a:t>(</a:t>
            </a:r>
            <a:r>
              <a:rPr lang="hu-HU" dirty="0" err="1" smtClean="0"/>
              <a:t>neighboring</a:t>
            </a:r>
            <a:r>
              <a:rPr lang="hu-HU" dirty="0" smtClean="0"/>
              <a:t>) </a:t>
            </a:r>
            <a:r>
              <a:rPr lang="hu-HU" b="1" dirty="0" err="1" smtClean="0"/>
              <a:t>pair</a:t>
            </a:r>
            <a:r>
              <a:rPr lang="hu-HU" b="1" dirty="0" smtClean="0"/>
              <a:t> </a:t>
            </a:r>
            <a:r>
              <a:rPr lang="hu-HU" dirty="0" smtClean="0"/>
              <a:t>(</a:t>
            </a:r>
            <a:r>
              <a:rPr lang="hu-HU" dirty="0" err="1" smtClean="0"/>
              <a:t>bigram</a:t>
            </a:r>
            <a:r>
              <a:rPr lang="hu-HU" dirty="0" smtClean="0"/>
              <a:t>) of </a:t>
            </a:r>
            <a:r>
              <a:rPr lang="hu-HU" dirty="0" err="1" smtClean="0"/>
              <a:t>tokens</a:t>
            </a:r>
            <a:r>
              <a:rPr lang="hu-HU" dirty="0" smtClean="0"/>
              <a:t>. </a:t>
            </a:r>
            <a:r>
              <a:rPr lang="hu-HU" dirty="0" err="1" smtClean="0"/>
              <a:t>This</a:t>
            </a:r>
            <a:r>
              <a:rPr lang="hu-HU" dirty="0" smtClean="0"/>
              <a:t> </a:t>
            </a:r>
            <a:r>
              <a:rPr lang="hu-HU" dirty="0" err="1" smtClean="0"/>
              <a:t>bigram</a:t>
            </a:r>
            <a:r>
              <a:rPr lang="hu-HU" dirty="0" smtClean="0"/>
              <a:t> is </a:t>
            </a:r>
            <a:r>
              <a:rPr lang="hu-HU" dirty="0" err="1" smtClean="0"/>
              <a:t>combined</a:t>
            </a:r>
            <a:r>
              <a:rPr lang="hu-HU" dirty="0" smtClean="0"/>
              <a:t> </a:t>
            </a:r>
            <a:r>
              <a:rPr lang="hu-HU" dirty="0" err="1" smtClean="0"/>
              <a:t>into</a:t>
            </a:r>
            <a:r>
              <a:rPr lang="hu-HU" dirty="0" smtClean="0"/>
              <a:t> a </a:t>
            </a:r>
            <a:r>
              <a:rPr lang="hu-HU" b="1" dirty="0" err="1" smtClean="0"/>
              <a:t>single</a:t>
            </a:r>
            <a:r>
              <a:rPr lang="hu-HU" b="1" dirty="0" smtClean="0"/>
              <a:t> </a:t>
            </a:r>
            <a:r>
              <a:rPr lang="hu-HU" b="1" dirty="0" err="1" smtClean="0"/>
              <a:t>token</a:t>
            </a:r>
            <a:r>
              <a:rPr lang="hu-HU" b="1" dirty="0" smtClean="0"/>
              <a:t> </a:t>
            </a:r>
            <a:r>
              <a:rPr lang="hu-HU" dirty="0" smtClean="0"/>
              <a:t>and </a:t>
            </a:r>
            <a:r>
              <a:rPr lang="hu-HU" b="1" dirty="0" err="1" smtClean="0"/>
              <a:t>added</a:t>
            </a:r>
            <a:r>
              <a:rPr lang="hu-HU" b="1" dirty="0" smtClean="0"/>
              <a:t> </a:t>
            </a:r>
            <a:r>
              <a:rPr lang="hu-HU" dirty="0" err="1" smtClean="0"/>
              <a:t>as</a:t>
            </a:r>
            <a:r>
              <a:rPr lang="hu-HU" dirty="0" smtClean="0"/>
              <a:t> </a:t>
            </a:r>
            <a:r>
              <a:rPr lang="hu-HU" dirty="0" err="1" smtClean="0"/>
              <a:t>such</a:t>
            </a:r>
            <a:r>
              <a:rPr lang="hu-HU" dirty="0" smtClean="0"/>
              <a:t> </a:t>
            </a:r>
            <a:r>
              <a:rPr lang="hu-HU" b="1" dirty="0" err="1" smtClean="0"/>
              <a:t>to</a:t>
            </a:r>
            <a:r>
              <a:rPr lang="hu-HU" b="1" dirty="0" smtClean="0"/>
              <a:t> </a:t>
            </a:r>
            <a:r>
              <a:rPr lang="hu-HU" b="1" dirty="0" err="1" smtClean="0"/>
              <a:t>the</a:t>
            </a:r>
            <a:r>
              <a:rPr lang="hu-HU" b="1" dirty="0" smtClean="0"/>
              <a:t> </a:t>
            </a:r>
            <a:r>
              <a:rPr lang="hu-HU" b="1" dirty="0" err="1" smtClean="0"/>
              <a:t>vocabulary</a:t>
            </a:r>
            <a:r>
              <a:rPr lang="hu-HU" dirty="0" smtClean="0"/>
              <a:t>.</a:t>
            </a:r>
          </a:p>
          <a:p>
            <a:r>
              <a:rPr lang="hu-HU" dirty="0" err="1" smtClean="0"/>
              <a:t>This</a:t>
            </a:r>
            <a:r>
              <a:rPr lang="hu-HU" dirty="0" smtClean="0"/>
              <a:t> </a:t>
            </a:r>
            <a:r>
              <a:rPr lang="hu-HU" dirty="0" err="1" smtClean="0"/>
              <a:t>could</a:t>
            </a:r>
            <a:r>
              <a:rPr lang="hu-HU" dirty="0" smtClean="0"/>
              <a:t> be </a:t>
            </a:r>
            <a:r>
              <a:rPr lang="hu-HU" dirty="0" err="1" smtClean="0"/>
              <a:t>continued</a:t>
            </a:r>
            <a:r>
              <a:rPr lang="hu-HU" dirty="0" smtClean="0"/>
              <a:t> </a:t>
            </a:r>
            <a:r>
              <a:rPr lang="hu-HU" dirty="0" err="1" smtClean="0"/>
              <a:t>until</a:t>
            </a:r>
            <a:r>
              <a:rPr lang="hu-HU" dirty="0" smtClean="0"/>
              <a:t> </a:t>
            </a:r>
            <a:r>
              <a:rPr lang="hu-HU" dirty="0" err="1" smtClean="0"/>
              <a:t>there</a:t>
            </a:r>
            <a:r>
              <a:rPr lang="hu-HU" dirty="0" smtClean="0"/>
              <a:t> </a:t>
            </a:r>
            <a:r>
              <a:rPr lang="hu-HU" dirty="0" err="1" smtClean="0"/>
              <a:t>are</a:t>
            </a:r>
            <a:r>
              <a:rPr lang="hu-HU" dirty="0" smtClean="0"/>
              <a:t> no </a:t>
            </a:r>
            <a:r>
              <a:rPr lang="hu-HU" dirty="0" err="1" smtClean="0"/>
              <a:t>token</a:t>
            </a:r>
            <a:r>
              <a:rPr lang="hu-HU" dirty="0" smtClean="0"/>
              <a:t> </a:t>
            </a:r>
            <a:r>
              <a:rPr lang="hu-HU" dirty="0" err="1" smtClean="0"/>
              <a:t>bigrams</a:t>
            </a:r>
            <a:r>
              <a:rPr lang="hu-HU" dirty="0" smtClean="0"/>
              <a:t> </a:t>
            </a:r>
            <a:r>
              <a:rPr lang="hu-HU" dirty="0" err="1" smtClean="0"/>
              <a:t>in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corpus </a:t>
            </a:r>
            <a:r>
              <a:rPr lang="hu-HU" dirty="0" err="1" smtClean="0"/>
              <a:t>left</a:t>
            </a:r>
            <a:r>
              <a:rPr lang="hu-HU" dirty="0" smtClean="0"/>
              <a:t> </a:t>
            </a:r>
            <a:r>
              <a:rPr lang="hu-HU" dirty="0" err="1" smtClean="0"/>
              <a:t>that</a:t>
            </a:r>
            <a:r>
              <a:rPr lang="hu-HU" dirty="0" smtClean="0"/>
              <a:t> </a:t>
            </a:r>
            <a:r>
              <a:rPr lang="hu-HU" dirty="0" err="1" smtClean="0"/>
              <a:t>occur</a:t>
            </a:r>
            <a:r>
              <a:rPr lang="hu-HU" dirty="0" smtClean="0"/>
              <a:t> more </a:t>
            </a:r>
            <a:r>
              <a:rPr lang="hu-HU" dirty="0" err="1" smtClean="0"/>
              <a:t>than</a:t>
            </a:r>
            <a:r>
              <a:rPr lang="hu-HU" dirty="0" smtClean="0"/>
              <a:t> </a:t>
            </a:r>
            <a:r>
              <a:rPr lang="hu-HU" dirty="0" err="1" smtClean="0"/>
              <a:t>once</a:t>
            </a:r>
            <a:r>
              <a:rPr lang="hu-HU" dirty="0" smtClean="0"/>
              <a:t>.</a:t>
            </a:r>
          </a:p>
          <a:p>
            <a:pPr lvl="1"/>
            <a:r>
              <a:rPr lang="hu-HU" dirty="0" err="1" smtClean="0"/>
              <a:t>In</a:t>
            </a:r>
            <a:r>
              <a:rPr lang="hu-HU" dirty="0" smtClean="0"/>
              <a:t> </a:t>
            </a:r>
            <a:r>
              <a:rPr lang="hu-HU" dirty="0" err="1" smtClean="0"/>
              <a:t>NLP</a:t>
            </a:r>
            <a:r>
              <a:rPr lang="hu-HU" dirty="0" smtClean="0"/>
              <a:t>, </a:t>
            </a:r>
            <a:r>
              <a:rPr lang="hu-HU" dirty="0" err="1" smtClean="0"/>
              <a:t>tokens</a:t>
            </a:r>
            <a:r>
              <a:rPr lang="hu-HU" dirty="0" smtClean="0"/>
              <a:t> </a:t>
            </a:r>
            <a:r>
              <a:rPr lang="hu-HU" dirty="0" err="1" smtClean="0"/>
              <a:t>usually</a:t>
            </a:r>
            <a:r>
              <a:rPr lang="hu-HU" dirty="0" smtClean="0"/>
              <a:t> go </a:t>
            </a:r>
            <a:r>
              <a:rPr lang="hu-HU" dirty="0" err="1" smtClean="0"/>
              <a:t>only</a:t>
            </a:r>
            <a:r>
              <a:rPr lang="hu-HU" dirty="0" smtClean="0"/>
              <a:t> </a:t>
            </a:r>
            <a:r>
              <a:rPr lang="hu-HU" dirty="0" err="1" smtClean="0"/>
              <a:t>up</a:t>
            </a:r>
            <a:r>
              <a:rPr lang="hu-HU" dirty="0" smtClean="0"/>
              <a:t> </a:t>
            </a:r>
            <a:r>
              <a:rPr lang="hu-HU" dirty="0" err="1" smtClean="0"/>
              <a:t>to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next</a:t>
            </a:r>
            <a:r>
              <a:rPr lang="hu-HU" dirty="0" smtClean="0"/>
              <a:t> </a:t>
            </a:r>
            <a:r>
              <a:rPr lang="hu-HU" dirty="0" err="1" smtClean="0"/>
              <a:t>whitespace</a:t>
            </a:r>
            <a:r>
              <a:rPr lang="hu-HU" dirty="0" smtClean="0"/>
              <a:t> </a:t>
            </a:r>
            <a:r>
              <a:rPr lang="hu-HU" dirty="0" err="1" smtClean="0"/>
              <a:t>to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left</a:t>
            </a:r>
            <a:r>
              <a:rPr lang="hu-HU" dirty="0" smtClean="0"/>
              <a:t> </a:t>
            </a:r>
            <a:r>
              <a:rPr lang="hu-HU" dirty="0" err="1" smtClean="0"/>
              <a:t>or</a:t>
            </a:r>
            <a:r>
              <a:rPr lang="hu-HU" dirty="0" smtClean="0"/>
              <a:t> right.</a:t>
            </a:r>
          </a:p>
          <a:p>
            <a:r>
              <a:rPr lang="hu-HU" dirty="0" err="1" smtClean="0"/>
              <a:t>In</a:t>
            </a:r>
            <a:r>
              <a:rPr lang="hu-HU" dirty="0" smtClean="0"/>
              <a:t> </a:t>
            </a:r>
            <a:r>
              <a:rPr lang="hu-HU" dirty="0" err="1" smtClean="0"/>
              <a:t>practice</a:t>
            </a:r>
            <a:r>
              <a:rPr lang="hu-HU" dirty="0" smtClean="0"/>
              <a:t>, a </a:t>
            </a:r>
            <a:r>
              <a:rPr lang="hu-HU" dirty="0" err="1" smtClean="0"/>
              <a:t>specific</a:t>
            </a:r>
            <a:r>
              <a:rPr lang="hu-HU" dirty="0" smtClean="0"/>
              <a:t> </a:t>
            </a:r>
            <a:r>
              <a:rPr lang="hu-HU" dirty="0" err="1" smtClean="0"/>
              <a:t>vocabulary</a:t>
            </a:r>
            <a:r>
              <a:rPr lang="hu-HU" dirty="0" smtClean="0"/>
              <a:t> </a:t>
            </a:r>
            <a:r>
              <a:rPr lang="hu-HU" dirty="0" err="1" smtClean="0"/>
              <a:t>size</a:t>
            </a:r>
            <a:r>
              <a:rPr lang="hu-HU" dirty="0" smtClean="0"/>
              <a:t> is </a:t>
            </a:r>
            <a:r>
              <a:rPr lang="hu-HU" dirty="0" err="1" smtClean="0"/>
              <a:t>set</a:t>
            </a:r>
            <a:r>
              <a:rPr lang="hu-HU" dirty="0" smtClean="0"/>
              <a:t> </a:t>
            </a:r>
            <a:r>
              <a:rPr lang="hu-HU" dirty="0" err="1" smtClean="0"/>
              <a:t>at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beginning</a:t>
            </a:r>
            <a:r>
              <a:rPr lang="hu-HU" dirty="0" smtClean="0"/>
              <a:t> of </a:t>
            </a:r>
            <a:r>
              <a:rPr lang="hu-HU" dirty="0" err="1" smtClean="0"/>
              <a:t>training</a:t>
            </a:r>
            <a:r>
              <a:rPr lang="hu-HU" dirty="0" smtClean="0"/>
              <a:t>, </a:t>
            </a:r>
            <a:r>
              <a:rPr lang="hu-HU" dirty="0" err="1" smtClean="0"/>
              <a:t>e.g</a:t>
            </a:r>
            <a:r>
              <a:rPr lang="hu-HU" dirty="0" smtClean="0"/>
              <a:t>. 50,000, and </a:t>
            </a:r>
            <a:r>
              <a:rPr lang="hu-HU" dirty="0" err="1" smtClean="0"/>
              <a:t>training</a:t>
            </a:r>
            <a:r>
              <a:rPr lang="hu-HU" dirty="0" smtClean="0"/>
              <a:t> of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tokenizer</a:t>
            </a:r>
            <a:r>
              <a:rPr lang="hu-HU" dirty="0" smtClean="0"/>
              <a:t> </a:t>
            </a:r>
            <a:r>
              <a:rPr lang="hu-HU" dirty="0" err="1" smtClean="0"/>
              <a:t>stops</a:t>
            </a:r>
            <a:r>
              <a:rPr lang="hu-HU" dirty="0" smtClean="0"/>
              <a:t> </a:t>
            </a:r>
            <a:r>
              <a:rPr lang="hu-HU" dirty="0" err="1" smtClean="0"/>
              <a:t>when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vocabulary</a:t>
            </a:r>
            <a:r>
              <a:rPr lang="hu-HU" dirty="0" smtClean="0"/>
              <a:t> </a:t>
            </a:r>
            <a:r>
              <a:rPr lang="hu-HU" dirty="0" err="1" smtClean="0"/>
              <a:t>contains</a:t>
            </a:r>
            <a:r>
              <a:rPr lang="hu-HU" dirty="0" smtClean="0"/>
              <a:t> </a:t>
            </a:r>
            <a:r>
              <a:rPr lang="hu-HU" dirty="0" err="1" smtClean="0"/>
              <a:t>this</a:t>
            </a:r>
            <a:r>
              <a:rPr lang="hu-HU" dirty="0" smtClean="0"/>
              <a:t> </a:t>
            </a:r>
            <a:r>
              <a:rPr lang="hu-HU" dirty="0" err="1" smtClean="0"/>
              <a:t>many</a:t>
            </a:r>
            <a:r>
              <a:rPr lang="hu-HU" dirty="0" smtClean="0"/>
              <a:t> </a:t>
            </a:r>
            <a:r>
              <a:rPr lang="hu-HU" dirty="0" err="1" smtClean="0"/>
              <a:t>elements</a:t>
            </a:r>
            <a:r>
              <a:rPr lang="hu-HU" dirty="0" smtClean="0"/>
              <a:t>.</a:t>
            </a:r>
          </a:p>
          <a:p>
            <a:r>
              <a:rPr lang="hu-HU" dirty="0" err="1" smtClean="0"/>
              <a:t>After</a:t>
            </a:r>
            <a:r>
              <a:rPr lang="hu-HU" dirty="0" smtClean="0"/>
              <a:t> </a:t>
            </a:r>
            <a:r>
              <a:rPr lang="hu-HU" dirty="0" err="1" smtClean="0"/>
              <a:t>training</a:t>
            </a:r>
            <a:r>
              <a:rPr lang="hu-HU" dirty="0" smtClean="0"/>
              <a:t>,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token</a:t>
            </a:r>
            <a:r>
              <a:rPr lang="hu-HU" dirty="0" smtClean="0"/>
              <a:t> </a:t>
            </a:r>
            <a:r>
              <a:rPr lang="hu-HU" dirty="0" err="1" smtClean="0"/>
              <a:t>dictionary</a:t>
            </a:r>
            <a:r>
              <a:rPr lang="hu-HU" dirty="0" smtClean="0"/>
              <a:t> </a:t>
            </a:r>
            <a:r>
              <a:rPr lang="hu-HU" dirty="0" err="1" smtClean="0"/>
              <a:t>created</a:t>
            </a:r>
            <a:r>
              <a:rPr lang="hu-HU" dirty="0" smtClean="0"/>
              <a:t> </a:t>
            </a:r>
            <a:r>
              <a:rPr lang="hu-HU" dirty="0" err="1" smtClean="0"/>
              <a:t>using</a:t>
            </a:r>
            <a:r>
              <a:rPr lang="hu-HU" dirty="0" smtClean="0"/>
              <a:t> </a:t>
            </a:r>
            <a:r>
              <a:rPr lang="hu-HU" dirty="0" err="1" smtClean="0"/>
              <a:t>BPE</a:t>
            </a:r>
            <a:r>
              <a:rPr lang="hu-HU" dirty="0" smtClean="0"/>
              <a:t> is </a:t>
            </a:r>
            <a:r>
              <a:rPr lang="hu-HU" dirty="0" err="1" smtClean="0"/>
              <a:t>used</a:t>
            </a:r>
            <a:r>
              <a:rPr lang="hu-HU" dirty="0" smtClean="0"/>
              <a:t> </a:t>
            </a:r>
            <a:r>
              <a:rPr lang="hu-HU" dirty="0" err="1" smtClean="0"/>
              <a:t>to</a:t>
            </a:r>
            <a:r>
              <a:rPr lang="hu-HU" dirty="0" smtClean="0"/>
              <a:t> </a:t>
            </a:r>
            <a:r>
              <a:rPr lang="hu-HU" b="1" dirty="0" err="1" smtClean="0"/>
              <a:t>split</a:t>
            </a:r>
            <a:r>
              <a:rPr lang="hu-HU" b="1" dirty="0" smtClean="0"/>
              <a:t> </a:t>
            </a:r>
            <a:r>
              <a:rPr lang="hu-HU" b="1" dirty="0" err="1" smtClean="0"/>
              <a:t>up</a:t>
            </a:r>
            <a:r>
              <a:rPr lang="hu-HU" b="1" dirty="0" smtClean="0"/>
              <a:t> </a:t>
            </a:r>
            <a:r>
              <a:rPr lang="hu-HU" dirty="0" smtClean="0"/>
              <a:t>input </a:t>
            </a:r>
            <a:r>
              <a:rPr lang="hu-HU" dirty="0" err="1" smtClean="0"/>
              <a:t>texts</a:t>
            </a:r>
            <a:r>
              <a:rPr lang="hu-HU" dirty="0" smtClean="0"/>
              <a:t> </a:t>
            </a:r>
            <a:r>
              <a:rPr lang="hu-HU" dirty="0" err="1" smtClean="0"/>
              <a:t>into</a:t>
            </a:r>
            <a:r>
              <a:rPr lang="hu-HU" dirty="0" smtClean="0"/>
              <a:t> </a:t>
            </a:r>
            <a:r>
              <a:rPr lang="hu-HU" b="1" dirty="0" err="1" smtClean="0"/>
              <a:t>as</a:t>
            </a:r>
            <a:r>
              <a:rPr lang="hu-HU" b="1" dirty="0" smtClean="0"/>
              <a:t> </a:t>
            </a:r>
            <a:r>
              <a:rPr lang="hu-HU" b="1" dirty="0" err="1" smtClean="0"/>
              <a:t>long</a:t>
            </a:r>
            <a:r>
              <a:rPr lang="hu-HU" b="1" dirty="0" smtClean="0"/>
              <a:t> </a:t>
            </a:r>
            <a:r>
              <a:rPr lang="hu-HU" b="1" dirty="0" err="1" smtClean="0"/>
              <a:t>tokens</a:t>
            </a:r>
            <a:r>
              <a:rPr lang="hu-HU" b="1" dirty="0" smtClean="0"/>
              <a:t> </a:t>
            </a:r>
            <a:r>
              <a:rPr lang="hu-HU" b="1" dirty="0" err="1" smtClean="0"/>
              <a:t>as</a:t>
            </a:r>
            <a:r>
              <a:rPr lang="hu-HU" b="1" dirty="0" smtClean="0"/>
              <a:t> </a:t>
            </a:r>
            <a:r>
              <a:rPr lang="hu-HU" b="1" dirty="0" err="1" smtClean="0"/>
              <a:t>possible</a:t>
            </a:r>
            <a:r>
              <a:rPr lang="hu-HU" dirty="0" smtClean="0"/>
              <a:t>, </a:t>
            </a:r>
            <a:r>
              <a:rPr lang="hu-HU" dirty="0" err="1" smtClean="0"/>
              <a:t>e.g</a:t>
            </a:r>
            <a:r>
              <a:rPr lang="hu-HU" dirty="0" smtClean="0"/>
              <a:t>. </a:t>
            </a:r>
            <a:r>
              <a:rPr lang="hu-HU" dirty="0" err="1" smtClean="0"/>
              <a:t>by</a:t>
            </a:r>
            <a:r>
              <a:rPr lang="hu-HU" dirty="0" smtClean="0"/>
              <a:t> </a:t>
            </a:r>
            <a:r>
              <a:rPr lang="hu-HU" dirty="0" err="1" smtClean="0"/>
              <a:t>iteratively</a:t>
            </a:r>
            <a:r>
              <a:rPr lang="hu-HU" dirty="0" smtClean="0"/>
              <a:t> </a:t>
            </a:r>
            <a:r>
              <a:rPr lang="hu-HU" dirty="0" err="1" smtClean="0"/>
              <a:t>finding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element</a:t>
            </a:r>
            <a:r>
              <a:rPr lang="hu-HU" dirty="0" smtClean="0"/>
              <a:t> of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token</a:t>
            </a:r>
            <a:r>
              <a:rPr lang="hu-HU" dirty="0" smtClean="0"/>
              <a:t> </a:t>
            </a:r>
            <a:r>
              <a:rPr lang="hu-HU" dirty="0" err="1" smtClean="0"/>
              <a:t>vocabulary</a:t>
            </a:r>
            <a:r>
              <a:rPr lang="hu-HU" dirty="0" smtClean="0"/>
              <a:t> </a:t>
            </a:r>
            <a:r>
              <a:rPr lang="hu-HU" dirty="0" err="1" smtClean="0"/>
              <a:t>that</a:t>
            </a:r>
            <a:r>
              <a:rPr lang="hu-HU" dirty="0" smtClean="0"/>
              <a:t> </a:t>
            </a:r>
            <a:r>
              <a:rPr lang="hu-HU" dirty="0" err="1" smtClean="0"/>
              <a:t>matches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longest</a:t>
            </a:r>
            <a:r>
              <a:rPr lang="hu-HU" dirty="0" smtClean="0"/>
              <a:t> </a:t>
            </a:r>
            <a:r>
              <a:rPr lang="hu-HU" dirty="0" err="1" smtClean="0"/>
              <a:t>prefix</a:t>
            </a:r>
            <a:r>
              <a:rPr lang="hu-HU" dirty="0" smtClean="0"/>
              <a:t> </a:t>
            </a:r>
            <a:r>
              <a:rPr lang="hu-HU" dirty="0" err="1" smtClean="0"/>
              <a:t>of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remaining</a:t>
            </a:r>
            <a:r>
              <a:rPr lang="hu-HU" dirty="0" smtClean="0"/>
              <a:t> text.</a:t>
            </a:r>
          </a:p>
        </p:txBody>
      </p:sp>
    </p:spTree>
    <p:extLst>
      <p:ext uri="{BB962C8B-B14F-4D97-AF65-F5344CB8AC3E}">
        <p14:creationId xmlns:p14="http://schemas.microsoft.com/office/powerpoint/2010/main" val="9597415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 smtClean="0"/>
              <a:t>Transfer</a:t>
            </a:r>
            <a:r>
              <a:rPr lang="hu-HU" dirty="0" smtClean="0"/>
              <a:t> </a:t>
            </a:r>
            <a:r>
              <a:rPr lang="hu-HU" dirty="0" err="1" smtClean="0"/>
              <a:t>Learning</a:t>
            </a:r>
            <a:endParaRPr lang="en-GB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53136"/>
          </a:xfrm>
        </p:spPr>
        <p:txBody>
          <a:bodyPr>
            <a:normAutofit fontScale="55000" lnSpcReduction="20000"/>
          </a:bodyPr>
          <a:lstStyle/>
          <a:p>
            <a:r>
              <a:rPr lang="hu-HU" dirty="0" err="1" smtClean="0"/>
              <a:t>When</a:t>
            </a:r>
            <a:r>
              <a:rPr lang="hu-HU" dirty="0" smtClean="0"/>
              <a:t> a </a:t>
            </a:r>
            <a:r>
              <a:rPr lang="hu-HU" dirty="0" err="1" smtClean="0"/>
              <a:t>BERT</a:t>
            </a:r>
            <a:r>
              <a:rPr lang="hu-HU" dirty="0" smtClean="0"/>
              <a:t> </a:t>
            </a:r>
            <a:r>
              <a:rPr lang="hu-HU" dirty="0" err="1" smtClean="0"/>
              <a:t>model</a:t>
            </a:r>
            <a:r>
              <a:rPr lang="hu-HU" dirty="0" smtClean="0"/>
              <a:t> is </a:t>
            </a:r>
            <a:r>
              <a:rPr lang="hu-HU" dirty="0" err="1" smtClean="0"/>
              <a:t>trained</a:t>
            </a:r>
            <a:r>
              <a:rPr lang="hu-HU" dirty="0" smtClean="0"/>
              <a:t>, </a:t>
            </a:r>
            <a:r>
              <a:rPr lang="hu-HU" dirty="0" err="1" smtClean="0"/>
              <a:t>its</a:t>
            </a:r>
            <a:r>
              <a:rPr lang="hu-HU" dirty="0" smtClean="0"/>
              <a:t> </a:t>
            </a:r>
            <a:r>
              <a:rPr lang="hu-HU" dirty="0" err="1" smtClean="0"/>
              <a:t>final</a:t>
            </a:r>
            <a:r>
              <a:rPr lang="hu-HU" dirty="0" smtClean="0"/>
              <a:t> (output) </a:t>
            </a:r>
            <a:r>
              <a:rPr lang="hu-HU" dirty="0" err="1" smtClean="0"/>
              <a:t>layer</a:t>
            </a:r>
            <a:r>
              <a:rPr lang="hu-HU" dirty="0" smtClean="0"/>
              <a:t> is a </a:t>
            </a:r>
            <a:r>
              <a:rPr lang="hu-HU" i="1" dirty="0" err="1" smtClean="0"/>
              <a:t>V</a:t>
            </a:r>
            <a:r>
              <a:rPr lang="hu-HU" dirty="0" err="1" smtClean="0"/>
              <a:t>-dimensional</a:t>
            </a:r>
            <a:r>
              <a:rPr lang="hu-HU" dirty="0" smtClean="0"/>
              <a:t> </a:t>
            </a:r>
            <a:r>
              <a:rPr lang="hu-HU" dirty="0" err="1" smtClean="0"/>
              <a:t>vector</a:t>
            </a:r>
            <a:r>
              <a:rPr lang="hu-HU" dirty="0" smtClean="0"/>
              <a:t> </a:t>
            </a:r>
            <a:r>
              <a:rPr lang="hu-HU" dirty="0" err="1" smtClean="0"/>
              <a:t>that</a:t>
            </a:r>
            <a:r>
              <a:rPr lang="hu-HU" dirty="0" smtClean="0"/>
              <a:t> is </a:t>
            </a:r>
            <a:r>
              <a:rPr lang="hu-HU" dirty="0" err="1" smtClean="0"/>
              <a:t>calculated</a:t>
            </a:r>
            <a:r>
              <a:rPr lang="hu-HU" dirty="0" smtClean="0"/>
              <a:t> </a:t>
            </a:r>
            <a:r>
              <a:rPr lang="hu-HU" dirty="0" err="1" smtClean="0"/>
              <a:t>by</a:t>
            </a:r>
            <a:r>
              <a:rPr lang="hu-HU" dirty="0" smtClean="0"/>
              <a:t> </a:t>
            </a:r>
            <a:r>
              <a:rPr lang="hu-HU" dirty="0" err="1" smtClean="0"/>
              <a:t>applying</a:t>
            </a:r>
            <a:r>
              <a:rPr lang="hu-HU" dirty="0" smtClean="0"/>
              <a:t> a </a:t>
            </a:r>
            <a:r>
              <a:rPr lang="hu-HU" dirty="0" err="1" smtClean="0"/>
              <a:t>so-called</a:t>
            </a:r>
            <a:r>
              <a:rPr lang="hu-HU" dirty="0" smtClean="0"/>
              <a:t> </a:t>
            </a:r>
            <a:r>
              <a:rPr lang="hu-HU" b="1" dirty="0" err="1" smtClean="0"/>
              <a:t>softmax</a:t>
            </a:r>
            <a:r>
              <a:rPr lang="hu-HU" b="1" dirty="0" smtClean="0"/>
              <a:t> </a:t>
            </a:r>
            <a:r>
              <a:rPr lang="hu-HU" b="1" dirty="0" err="1" smtClean="0"/>
              <a:t>function</a:t>
            </a:r>
            <a:r>
              <a:rPr lang="hu-HU" b="1" dirty="0" smtClean="0"/>
              <a:t> </a:t>
            </a:r>
            <a:r>
              <a:rPr lang="hu-HU" dirty="0" err="1" smtClean="0"/>
              <a:t>to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i="1" dirty="0" err="1" smtClean="0"/>
              <a:t>V</a:t>
            </a:r>
            <a:r>
              <a:rPr lang="hu-HU" dirty="0" err="1" smtClean="0"/>
              <a:t>-dimensional</a:t>
            </a:r>
            <a:r>
              <a:rPr lang="hu-HU" dirty="0" smtClean="0"/>
              <a:t> output of a </a:t>
            </a:r>
            <a:r>
              <a:rPr lang="hu-HU" b="1" dirty="0" err="1" smtClean="0"/>
              <a:t>dense</a:t>
            </a:r>
            <a:r>
              <a:rPr lang="hu-HU" b="1" dirty="0" smtClean="0"/>
              <a:t> </a:t>
            </a:r>
            <a:r>
              <a:rPr lang="hu-HU" b="1" dirty="0" err="1" smtClean="0"/>
              <a:t>neural</a:t>
            </a:r>
            <a:r>
              <a:rPr lang="hu-HU" b="1" dirty="0" smtClean="0"/>
              <a:t> </a:t>
            </a:r>
            <a:r>
              <a:rPr lang="hu-HU" b="1" dirty="0" err="1" smtClean="0"/>
              <a:t>network</a:t>
            </a:r>
            <a:r>
              <a:rPr lang="hu-HU" b="1" dirty="0" smtClean="0"/>
              <a:t> </a:t>
            </a:r>
            <a:r>
              <a:rPr lang="hu-HU" b="1" dirty="0" err="1" smtClean="0"/>
              <a:t>layer</a:t>
            </a:r>
            <a:r>
              <a:rPr lang="hu-HU" dirty="0" smtClean="0"/>
              <a:t>, </a:t>
            </a:r>
            <a:r>
              <a:rPr lang="hu-HU" dirty="0" err="1" smtClean="0"/>
              <a:t>which</a:t>
            </a:r>
            <a:r>
              <a:rPr lang="hu-HU" dirty="0" smtClean="0"/>
              <a:t> is a </a:t>
            </a:r>
            <a:r>
              <a:rPr lang="hu-HU" dirty="0" err="1" smtClean="0"/>
              <a:t>learned</a:t>
            </a:r>
            <a:r>
              <a:rPr lang="hu-HU" dirty="0" smtClean="0"/>
              <a:t> </a:t>
            </a:r>
            <a:r>
              <a:rPr lang="hu-HU" i="1" dirty="0" smtClean="0"/>
              <a:t>k </a:t>
            </a:r>
            <a:r>
              <a:rPr lang="hu-HU" dirty="0" smtClean="0"/>
              <a:t>x </a:t>
            </a:r>
            <a:r>
              <a:rPr lang="hu-HU" i="1" dirty="0" err="1" smtClean="0"/>
              <a:t>V</a:t>
            </a:r>
            <a:r>
              <a:rPr lang="hu-HU" dirty="0" err="1" smtClean="0"/>
              <a:t>-dimensional</a:t>
            </a:r>
            <a:r>
              <a:rPr lang="hu-HU" dirty="0" smtClean="0"/>
              <a:t> </a:t>
            </a:r>
            <a:r>
              <a:rPr lang="hu-HU" dirty="0" err="1" smtClean="0"/>
              <a:t>matrix</a:t>
            </a:r>
            <a:r>
              <a:rPr lang="hu-HU" dirty="0" smtClean="0"/>
              <a:t>.</a:t>
            </a:r>
          </a:p>
          <a:p>
            <a:pPr lvl="1"/>
            <a:r>
              <a:rPr lang="hu-HU" i="1" dirty="0" smtClean="0"/>
              <a:t>k </a:t>
            </a:r>
            <a:r>
              <a:rPr lang="hu-HU" dirty="0" smtClean="0"/>
              <a:t>is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dimension</a:t>
            </a:r>
            <a:r>
              <a:rPr lang="hu-HU" dirty="0" smtClean="0"/>
              <a:t> of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representation</a:t>
            </a:r>
            <a:r>
              <a:rPr lang="hu-HU" dirty="0" smtClean="0"/>
              <a:t> </a:t>
            </a:r>
            <a:r>
              <a:rPr lang="hu-HU" dirty="0" err="1" smtClean="0"/>
              <a:t>of</a:t>
            </a:r>
            <a:r>
              <a:rPr lang="hu-HU" dirty="0" smtClean="0"/>
              <a:t> </a:t>
            </a:r>
            <a:r>
              <a:rPr lang="hu-HU" dirty="0" err="1" smtClean="0"/>
              <a:t>each</a:t>
            </a:r>
            <a:r>
              <a:rPr lang="hu-HU" dirty="0" smtClean="0"/>
              <a:t> </a:t>
            </a:r>
            <a:r>
              <a:rPr lang="hu-HU" dirty="0" err="1" smtClean="0"/>
              <a:t>token</a:t>
            </a:r>
            <a:r>
              <a:rPr lang="hu-HU" dirty="0" smtClean="0"/>
              <a:t> </a:t>
            </a:r>
            <a:r>
              <a:rPr lang="hu-HU" dirty="0" err="1" smtClean="0"/>
              <a:t>within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transformer</a:t>
            </a:r>
            <a:r>
              <a:rPr lang="hu-HU" dirty="0" smtClean="0"/>
              <a:t>.</a:t>
            </a:r>
          </a:p>
          <a:p>
            <a:pPr lvl="1"/>
            <a:r>
              <a:rPr lang="hu-HU" dirty="0" err="1" smtClean="0"/>
              <a:t>Softmax</a:t>
            </a:r>
            <a:r>
              <a:rPr lang="hu-HU" dirty="0" smtClean="0"/>
              <a:t> </a:t>
            </a:r>
            <a:r>
              <a:rPr lang="hu-HU" dirty="0" err="1" smtClean="0"/>
              <a:t>takes</a:t>
            </a:r>
            <a:r>
              <a:rPr lang="hu-HU" dirty="0" smtClean="0"/>
              <a:t> an </a:t>
            </a:r>
            <a:r>
              <a:rPr lang="hu-HU" dirty="0" err="1" smtClean="0"/>
              <a:t>n-dimensional</a:t>
            </a:r>
            <a:r>
              <a:rPr lang="hu-HU" dirty="0" smtClean="0"/>
              <a:t> </a:t>
            </a:r>
            <a:r>
              <a:rPr lang="hu-HU" dirty="0" err="1" smtClean="0"/>
              <a:t>numeric</a:t>
            </a:r>
            <a:r>
              <a:rPr lang="hu-HU" dirty="0" smtClean="0"/>
              <a:t> </a:t>
            </a:r>
            <a:r>
              <a:rPr lang="hu-HU" dirty="0" err="1" smtClean="0"/>
              <a:t>vector</a:t>
            </a:r>
            <a:r>
              <a:rPr lang="hu-HU" dirty="0" smtClean="0"/>
              <a:t> </a:t>
            </a:r>
            <a:r>
              <a:rPr lang="hu-HU" dirty="0" err="1" smtClean="0"/>
              <a:t>as</a:t>
            </a:r>
            <a:r>
              <a:rPr lang="hu-HU" dirty="0" smtClean="0"/>
              <a:t> input and </a:t>
            </a:r>
            <a:r>
              <a:rPr lang="hu-HU" dirty="0" err="1" smtClean="0"/>
              <a:t>scales</a:t>
            </a:r>
            <a:r>
              <a:rPr lang="hu-HU" dirty="0" smtClean="0"/>
              <a:t> </a:t>
            </a:r>
            <a:r>
              <a:rPr lang="hu-HU" dirty="0" err="1" smtClean="0"/>
              <a:t>these</a:t>
            </a:r>
            <a:r>
              <a:rPr lang="hu-HU" dirty="0" smtClean="0"/>
              <a:t> </a:t>
            </a:r>
            <a:r>
              <a:rPr lang="hu-HU" i="1" dirty="0" smtClean="0"/>
              <a:t>n </a:t>
            </a:r>
            <a:r>
              <a:rPr lang="hu-HU" dirty="0" err="1" smtClean="0"/>
              <a:t>elements</a:t>
            </a:r>
            <a:r>
              <a:rPr lang="hu-HU" dirty="0" smtClean="0"/>
              <a:t> </a:t>
            </a:r>
            <a:r>
              <a:rPr lang="hu-HU" dirty="0" err="1" smtClean="0"/>
              <a:t>so</a:t>
            </a:r>
            <a:r>
              <a:rPr lang="hu-HU" dirty="0" smtClean="0"/>
              <a:t> </a:t>
            </a:r>
            <a:r>
              <a:rPr lang="hu-HU" dirty="0" err="1" smtClean="0"/>
              <a:t>that</a:t>
            </a:r>
            <a:r>
              <a:rPr lang="hu-HU" dirty="0" smtClean="0"/>
              <a:t> </a:t>
            </a:r>
            <a:r>
              <a:rPr lang="hu-HU" dirty="0" err="1" smtClean="0"/>
              <a:t>they</a:t>
            </a:r>
            <a:r>
              <a:rPr lang="hu-HU" dirty="0" smtClean="0"/>
              <a:t> </a:t>
            </a:r>
            <a:r>
              <a:rPr lang="hu-HU" dirty="0" err="1" smtClean="0"/>
              <a:t>constitute</a:t>
            </a:r>
            <a:r>
              <a:rPr lang="hu-HU" dirty="0" smtClean="0"/>
              <a:t> a </a:t>
            </a:r>
            <a:r>
              <a:rPr lang="hu-HU" dirty="0" err="1" smtClean="0"/>
              <a:t>probability</a:t>
            </a:r>
            <a:r>
              <a:rPr lang="hu-HU" dirty="0" smtClean="0"/>
              <a:t> </a:t>
            </a:r>
            <a:r>
              <a:rPr lang="hu-HU" dirty="0" err="1" smtClean="0"/>
              <a:t>distribution</a:t>
            </a:r>
            <a:r>
              <a:rPr lang="hu-HU" dirty="0" smtClean="0"/>
              <a:t>.</a:t>
            </a:r>
          </a:p>
          <a:p>
            <a:pPr lvl="2"/>
            <a:r>
              <a:rPr lang="hu-HU" dirty="0" err="1" smtClean="0"/>
              <a:t>Each</a:t>
            </a:r>
            <a:r>
              <a:rPr lang="hu-HU" dirty="0" smtClean="0"/>
              <a:t> of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i="1" dirty="0" smtClean="0"/>
              <a:t>n </a:t>
            </a:r>
            <a:r>
              <a:rPr lang="hu-HU" dirty="0" err="1" smtClean="0"/>
              <a:t>elements</a:t>
            </a:r>
            <a:r>
              <a:rPr lang="hu-HU" dirty="0" smtClean="0"/>
              <a:t> is </a:t>
            </a:r>
            <a:r>
              <a:rPr lang="hu-HU" dirty="0" err="1" smtClean="0"/>
              <a:t>between</a:t>
            </a:r>
            <a:r>
              <a:rPr lang="hu-HU" dirty="0" smtClean="0"/>
              <a:t> 0 and 1, and </a:t>
            </a:r>
            <a:r>
              <a:rPr lang="hu-HU" dirty="0" err="1" smtClean="0"/>
              <a:t>their</a:t>
            </a:r>
            <a:r>
              <a:rPr lang="hu-HU" dirty="0" smtClean="0"/>
              <a:t> sum is 1.</a:t>
            </a:r>
          </a:p>
          <a:p>
            <a:pPr lvl="1"/>
            <a:r>
              <a:rPr lang="hu-HU" dirty="0" err="1" smtClean="0"/>
              <a:t>Essentially</a:t>
            </a:r>
            <a:r>
              <a:rPr lang="hu-HU" dirty="0" smtClean="0"/>
              <a:t>, </a:t>
            </a:r>
            <a:r>
              <a:rPr lang="hu-HU" dirty="0" err="1" smtClean="0"/>
              <a:t>softmax</a:t>
            </a:r>
            <a:r>
              <a:rPr lang="hu-HU" dirty="0" smtClean="0"/>
              <a:t> </a:t>
            </a:r>
            <a:r>
              <a:rPr lang="hu-HU" dirty="0" err="1" smtClean="0"/>
              <a:t>applies</a:t>
            </a:r>
            <a:r>
              <a:rPr lang="hu-HU" dirty="0" smtClean="0"/>
              <a:t> a </a:t>
            </a:r>
            <a:r>
              <a:rPr lang="hu-HU" dirty="0" err="1" smtClean="0"/>
              <a:t>sigmoid</a:t>
            </a:r>
            <a:r>
              <a:rPr lang="hu-HU" dirty="0" smtClean="0"/>
              <a:t> (</a:t>
            </a:r>
            <a:r>
              <a:rPr lang="hu-HU" dirty="0" err="1" smtClean="0"/>
              <a:t>logistic</a:t>
            </a:r>
            <a:r>
              <a:rPr lang="hu-HU" dirty="0" smtClean="0"/>
              <a:t>) </a:t>
            </a:r>
            <a:r>
              <a:rPr lang="hu-HU" dirty="0" err="1" smtClean="0"/>
              <a:t>function</a:t>
            </a:r>
            <a:r>
              <a:rPr lang="hu-HU" dirty="0" smtClean="0"/>
              <a:t> </a:t>
            </a:r>
            <a:r>
              <a:rPr lang="hu-HU" dirty="0" err="1" smtClean="0"/>
              <a:t>to</a:t>
            </a:r>
            <a:r>
              <a:rPr lang="hu-HU" dirty="0" smtClean="0"/>
              <a:t> </a:t>
            </a:r>
            <a:r>
              <a:rPr lang="hu-HU" dirty="0" err="1" smtClean="0"/>
              <a:t>each</a:t>
            </a:r>
            <a:r>
              <a:rPr lang="hu-HU" dirty="0" smtClean="0"/>
              <a:t> </a:t>
            </a:r>
            <a:r>
              <a:rPr lang="hu-HU" dirty="0" err="1" smtClean="0"/>
              <a:t>element</a:t>
            </a:r>
            <a:r>
              <a:rPr lang="hu-HU" dirty="0" smtClean="0"/>
              <a:t> </a:t>
            </a:r>
            <a:r>
              <a:rPr lang="hu-HU" dirty="0" err="1" smtClean="0"/>
              <a:t>separately</a:t>
            </a:r>
            <a:r>
              <a:rPr lang="hu-HU" dirty="0" smtClean="0"/>
              <a:t>, </a:t>
            </a:r>
            <a:r>
              <a:rPr lang="hu-HU" dirty="0" err="1" smtClean="0"/>
              <a:t>which</a:t>
            </a:r>
            <a:r>
              <a:rPr lang="hu-HU" dirty="0" smtClean="0"/>
              <a:t> </a:t>
            </a:r>
            <a:r>
              <a:rPr lang="hu-HU" dirty="0" err="1" smtClean="0"/>
              <a:t>yields</a:t>
            </a:r>
            <a:r>
              <a:rPr lang="hu-HU" dirty="0" smtClean="0"/>
              <a:t> </a:t>
            </a:r>
            <a:r>
              <a:rPr lang="hu-HU" dirty="0" err="1" smtClean="0"/>
              <a:t>a</a:t>
            </a:r>
            <a:r>
              <a:rPr lang="hu-HU" dirty="0" smtClean="0"/>
              <a:t> </a:t>
            </a:r>
            <a:r>
              <a:rPr lang="hu-HU" dirty="0" err="1" smtClean="0"/>
              <a:t>value</a:t>
            </a:r>
            <a:r>
              <a:rPr lang="hu-HU" dirty="0" smtClean="0"/>
              <a:t> </a:t>
            </a:r>
            <a:r>
              <a:rPr lang="hu-HU" dirty="0" err="1" smtClean="0"/>
              <a:t>between</a:t>
            </a:r>
            <a:r>
              <a:rPr lang="hu-HU" dirty="0" smtClean="0"/>
              <a:t> 0 and 1 </a:t>
            </a:r>
            <a:r>
              <a:rPr lang="hu-HU" dirty="0" err="1" smtClean="0"/>
              <a:t>each</a:t>
            </a:r>
            <a:r>
              <a:rPr lang="hu-HU" dirty="0" smtClean="0"/>
              <a:t>, </a:t>
            </a:r>
            <a:r>
              <a:rPr lang="hu-HU" dirty="0" err="1" smtClean="0"/>
              <a:t>then</a:t>
            </a:r>
            <a:r>
              <a:rPr lang="hu-HU" dirty="0" smtClean="0"/>
              <a:t> </a:t>
            </a:r>
            <a:r>
              <a:rPr lang="hu-HU" dirty="0" err="1" smtClean="0"/>
              <a:t>norms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values</a:t>
            </a:r>
            <a:r>
              <a:rPr lang="hu-HU" dirty="0" smtClean="0"/>
              <a:t> </a:t>
            </a:r>
            <a:r>
              <a:rPr lang="hu-HU" dirty="0" err="1" smtClean="0"/>
              <a:t>to</a:t>
            </a:r>
            <a:r>
              <a:rPr lang="hu-HU" dirty="0" smtClean="0"/>
              <a:t> sum </a:t>
            </a:r>
            <a:r>
              <a:rPr lang="hu-HU" dirty="0" err="1" smtClean="0"/>
              <a:t>to</a:t>
            </a:r>
            <a:r>
              <a:rPr lang="hu-HU" dirty="0" smtClean="0"/>
              <a:t> 1.</a:t>
            </a:r>
          </a:p>
          <a:p>
            <a:r>
              <a:rPr lang="hu-HU" dirty="0" err="1" smtClean="0"/>
              <a:t>When</a:t>
            </a:r>
            <a:r>
              <a:rPr lang="hu-HU" dirty="0" smtClean="0"/>
              <a:t> </a:t>
            </a:r>
            <a:r>
              <a:rPr lang="hu-HU" dirty="0" err="1" smtClean="0"/>
              <a:t>using</a:t>
            </a:r>
            <a:r>
              <a:rPr lang="hu-HU" dirty="0" smtClean="0"/>
              <a:t> a </a:t>
            </a:r>
            <a:r>
              <a:rPr lang="hu-HU" dirty="0" err="1" smtClean="0"/>
              <a:t>BERT</a:t>
            </a:r>
            <a:r>
              <a:rPr lang="hu-HU" dirty="0" smtClean="0"/>
              <a:t> </a:t>
            </a:r>
            <a:r>
              <a:rPr lang="hu-HU" dirty="0" err="1" smtClean="0"/>
              <a:t>model</a:t>
            </a:r>
            <a:r>
              <a:rPr lang="hu-HU" dirty="0" smtClean="0"/>
              <a:t> </a:t>
            </a:r>
            <a:r>
              <a:rPr lang="hu-HU" dirty="0" err="1" smtClean="0"/>
              <a:t>for</a:t>
            </a:r>
            <a:r>
              <a:rPr lang="hu-HU" dirty="0" smtClean="0"/>
              <a:t> </a:t>
            </a:r>
            <a:r>
              <a:rPr lang="hu-HU" dirty="0" err="1" smtClean="0"/>
              <a:t>transfer</a:t>
            </a:r>
            <a:r>
              <a:rPr lang="hu-HU" dirty="0" smtClean="0"/>
              <a:t> </a:t>
            </a:r>
            <a:r>
              <a:rPr lang="hu-HU" dirty="0" err="1" smtClean="0"/>
              <a:t>learning</a:t>
            </a:r>
            <a:r>
              <a:rPr lang="hu-HU" dirty="0" smtClean="0"/>
              <a:t>,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final</a:t>
            </a:r>
            <a:r>
              <a:rPr lang="hu-HU" dirty="0" smtClean="0"/>
              <a:t> </a:t>
            </a:r>
            <a:r>
              <a:rPr lang="hu-HU" dirty="0" err="1" smtClean="0"/>
              <a:t>dense</a:t>
            </a:r>
            <a:r>
              <a:rPr lang="hu-HU" dirty="0" smtClean="0"/>
              <a:t> </a:t>
            </a:r>
            <a:r>
              <a:rPr lang="hu-HU" dirty="0" err="1" smtClean="0"/>
              <a:t>layer</a:t>
            </a:r>
            <a:r>
              <a:rPr lang="hu-HU" dirty="0" smtClean="0"/>
              <a:t> </a:t>
            </a:r>
            <a:r>
              <a:rPr lang="hu-HU" dirty="0" err="1" smtClean="0"/>
              <a:t>combined</a:t>
            </a:r>
            <a:r>
              <a:rPr lang="hu-HU" dirty="0" smtClean="0"/>
              <a:t> </a:t>
            </a:r>
            <a:r>
              <a:rPr lang="hu-HU" dirty="0" err="1" smtClean="0"/>
              <a:t>with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softmax</a:t>
            </a:r>
            <a:r>
              <a:rPr lang="hu-HU" dirty="0" smtClean="0"/>
              <a:t> </a:t>
            </a:r>
            <a:r>
              <a:rPr lang="hu-HU" dirty="0" err="1" smtClean="0"/>
              <a:t>function</a:t>
            </a:r>
            <a:r>
              <a:rPr lang="hu-HU" dirty="0" smtClean="0"/>
              <a:t> is </a:t>
            </a:r>
            <a:r>
              <a:rPr lang="hu-HU" dirty="0" err="1" smtClean="0"/>
              <a:t>removed</a:t>
            </a:r>
            <a:r>
              <a:rPr lang="hu-HU" dirty="0" smtClean="0"/>
              <a:t> </a:t>
            </a:r>
            <a:r>
              <a:rPr lang="hu-HU" dirty="0" err="1" smtClean="0"/>
              <a:t>from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network</a:t>
            </a:r>
            <a:r>
              <a:rPr lang="hu-HU" dirty="0" smtClean="0"/>
              <a:t>, </a:t>
            </a:r>
            <a:r>
              <a:rPr lang="hu-HU" dirty="0" err="1" smtClean="0"/>
              <a:t>so</a:t>
            </a:r>
            <a:r>
              <a:rPr lang="hu-HU" dirty="0" smtClean="0"/>
              <a:t> </a:t>
            </a:r>
            <a:r>
              <a:rPr lang="hu-HU" dirty="0" err="1" smtClean="0"/>
              <a:t>that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output of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transformer</a:t>
            </a:r>
            <a:r>
              <a:rPr lang="hu-HU" dirty="0" smtClean="0"/>
              <a:t> is an </a:t>
            </a:r>
            <a:r>
              <a:rPr lang="hu-HU" i="1" dirty="0" smtClean="0"/>
              <a:t>n </a:t>
            </a:r>
            <a:r>
              <a:rPr lang="hu-HU" dirty="0" smtClean="0"/>
              <a:t>x </a:t>
            </a:r>
            <a:r>
              <a:rPr lang="hu-HU" i="1" dirty="0" err="1" smtClean="0"/>
              <a:t>k</a:t>
            </a:r>
            <a:r>
              <a:rPr lang="hu-HU" dirty="0" err="1" smtClean="0"/>
              <a:t>-dimensional</a:t>
            </a:r>
            <a:r>
              <a:rPr lang="hu-HU" dirty="0" smtClean="0"/>
              <a:t> </a:t>
            </a:r>
            <a:r>
              <a:rPr lang="hu-HU" dirty="0" err="1" smtClean="0"/>
              <a:t>matrix</a:t>
            </a:r>
            <a:r>
              <a:rPr lang="hu-HU" dirty="0" smtClean="0"/>
              <a:t> of </a:t>
            </a:r>
            <a:r>
              <a:rPr lang="hu-HU" dirty="0" err="1" smtClean="0"/>
              <a:t>so-called</a:t>
            </a:r>
            <a:r>
              <a:rPr lang="hu-HU" dirty="0" smtClean="0"/>
              <a:t> </a:t>
            </a:r>
            <a:r>
              <a:rPr lang="hu-HU" dirty="0" err="1" smtClean="0"/>
              <a:t>logits</a:t>
            </a:r>
            <a:r>
              <a:rPr lang="hu-HU" dirty="0" smtClean="0"/>
              <a:t>, a </a:t>
            </a:r>
            <a:r>
              <a:rPr lang="hu-HU" dirty="0" err="1" smtClean="0"/>
              <a:t>k-dimensional</a:t>
            </a:r>
            <a:r>
              <a:rPr lang="hu-HU" dirty="0" smtClean="0"/>
              <a:t> </a:t>
            </a:r>
            <a:r>
              <a:rPr lang="hu-HU" dirty="0" err="1" smtClean="0"/>
              <a:t>vector</a:t>
            </a:r>
            <a:r>
              <a:rPr lang="hu-HU" dirty="0" smtClean="0"/>
              <a:t> </a:t>
            </a:r>
            <a:r>
              <a:rPr lang="hu-HU" dirty="0" err="1" smtClean="0"/>
              <a:t>for</a:t>
            </a:r>
            <a:r>
              <a:rPr lang="hu-HU" dirty="0" smtClean="0"/>
              <a:t> </a:t>
            </a:r>
            <a:r>
              <a:rPr lang="hu-HU" dirty="0" err="1" smtClean="0"/>
              <a:t>each</a:t>
            </a:r>
            <a:r>
              <a:rPr lang="hu-HU" dirty="0" smtClean="0"/>
              <a:t> </a:t>
            </a:r>
            <a:r>
              <a:rPr lang="hu-HU" dirty="0" err="1" smtClean="0"/>
              <a:t>token</a:t>
            </a:r>
            <a:r>
              <a:rPr lang="hu-HU" dirty="0" smtClean="0"/>
              <a:t>.</a:t>
            </a:r>
          </a:p>
          <a:p>
            <a:r>
              <a:rPr lang="hu-HU" dirty="0" err="1" smtClean="0"/>
              <a:t>For</a:t>
            </a:r>
            <a:r>
              <a:rPr lang="hu-HU" dirty="0" smtClean="0"/>
              <a:t> </a:t>
            </a:r>
            <a:r>
              <a:rPr lang="hu-HU" dirty="0" err="1" smtClean="0"/>
              <a:t>classification</a:t>
            </a:r>
            <a:r>
              <a:rPr lang="hu-HU" dirty="0" smtClean="0"/>
              <a:t> </a:t>
            </a:r>
            <a:r>
              <a:rPr lang="hu-HU" dirty="0" err="1" smtClean="0"/>
              <a:t>tasks</a:t>
            </a:r>
            <a:r>
              <a:rPr lang="hu-HU" dirty="0" smtClean="0"/>
              <a:t>, a </a:t>
            </a:r>
            <a:r>
              <a:rPr lang="hu-HU" dirty="0" err="1" smtClean="0"/>
              <a:t>special</a:t>
            </a:r>
            <a:r>
              <a:rPr lang="hu-HU" dirty="0" smtClean="0"/>
              <a:t> </a:t>
            </a:r>
            <a:r>
              <a:rPr lang="hu-HU" dirty="0" err="1" smtClean="0"/>
              <a:t>token</a:t>
            </a:r>
            <a:r>
              <a:rPr lang="hu-HU" dirty="0" smtClean="0"/>
              <a:t> </a:t>
            </a:r>
            <a:r>
              <a:rPr lang="hu-HU" dirty="0" err="1" smtClean="0"/>
              <a:t>called</a:t>
            </a:r>
            <a:r>
              <a:rPr lang="hu-HU" dirty="0" smtClean="0"/>
              <a:t> [</a:t>
            </a:r>
            <a:r>
              <a:rPr lang="hu-HU" dirty="0" err="1" smtClean="0"/>
              <a:t>CLS</a:t>
            </a:r>
            <a:r>
              <a:rPr lang="hu-HU" dirty="0" smtClean="0"/>
              <a:t>] is </a:t>
            </a:r>
            <a:r>
              <a:rPr lang="hu-HU" dirty="0" err="1" smtClean="0"/>
              <a:t>added</a:t>
            </a:r>
            <a:r>
              <a:rPr lang="hu-HU" dirty="0" smtClean="0"/>
              <a:t> </a:t>
            </a:r>
            <a:r>
              <a:rPr lang="hu-HU" dirty="0" err="1" smtClean="0"/>
              <a:t>to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input </a:t>
            </a:r>
            <a:r>
              <a:rPr lang="hu-HU" dirty="0" err="1" smtClean="0"/>
              <a:t>sequence</a:t>
            </a:r>
            <a:r>
              <a:rPr lang="hu-HU" dirty="0" smtClean="0"/>
              <a:t> </a:t>
            </a:r>
            <a:r>
              <a:rPr lang="hu-HU" dirty="0" err="1" smtClean="0"/>
              <a:t>as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first</a:t>
            </a:r>
            <a:r>
              <a:rPr lang="hu-HU" dirty="0" smtClean="0"/>
              <a:t> </a:t>
            </a:r>
            <a:r>
              <a:rPr lang="hu-HU" dirty="0" err="1" smtClean="0"/>
              <a:t>token</a:t>
            </a:r>
            <a:r>
              <a:rPr lang="hu-HU" dirty="0" smtClean="0"/>
              <a:t>.</a:t>
            </a:r>
          </a:p>
          <a:p>
            <a:r>
              <a:rPr lang="hu-HU" dirty="0" smtClean="0"/>
              <a:t>The </a:t>
            </a:r>
            <a:r>
              <a:rPr lang="hu-HU" dirty="0" err="1" smtClean="0"/>
              <a:t>transformer</a:t>
            </a:r>
            <a:r>
              <a:rPr lang="hu-HU" dirty="0" smtClean="0"/>
              <a:t> </a:t>
            </a:r>
            <a:r>
              <a:rPr lang="hu-HU" dirty="0" err="1" smtClean="0"/>
              <a:t>treats</a:t>
            </a:r>
            <a:r>
              <a:rPr lang="hu-HU" dirty="0" smtClean="0"/>
              <a:t> </a:t>
            </a:r>
            <a:r>
              <a:rPr lang="hu-HU" dirty="0" err="1" smtClean="0"/>
              <a:t>this</a:t>
            </a:r>
            <a:r>
              <a:rPr lang="hu-HU" dirty="0" smtClean="0"/>
              <a:t> a </a:t>
            </a:r>
            <a:r>
              <a:rPr lang="hu-HU" dirty="0" err="1" smtClean="0"/>
              <a:t>normal</a:t>
            </a:r>
            <a:r>
              <a:rPr lang="hu-HU" dirty="0" smtClean="0"/>
              <a:t> </a:t>
            </a:r>
            <a:r>
              <a:rPr lang="hu-HU" dirty="0" err="1" smtClean="0"/>
              <a:t>token</a:t>
            </a:r>
            <a:r>
              <a:rPr lang="hu-HU" dirty="0" smtClean="0"/>
              <a:t> and </a:t>
            </a:r>
            <a:r>
              <a:rPr lang="hu-HU" dirty="0" err="1" smtClean="0"/>
              <a:t>calculates</a:t>
            </a:r>
            <a:r>
              <a:rPr lang="hu-HU" dirty="0" smtClean="0"/>
              <a:t> </a:t>
            </a:r>
            <a:r>
              <a:rPr lang="hu-HU" dirty="0" err="1" smtClean="0"/>
              <a:t>its</a:t>
            </a:r>
            <a:r>
              <a:rPr lang="hu-HU" dirty="0" smtClean="0"/>
              <a:t> </a:t>
            </a:r>
            <a:r>
              <a:rPr lang="hu-HU" dirty="0" err="1" smtClean="0"/>
              <a:t>value</a:t>
            </a:r>
            <a:r>
              <a:rPr lang="hu-HU" dirty="0" smtClean="0"/>
              <a:t> </a:t>
            </a:r>
            <a:r>
              <a:rPr lang="hu-HU" dirty="0" err="1" smtClean="0"/>
              <a:t>as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weighted</a:t>
            </a:r>
            <a:r>
              <a:rPr lang="hu-HU" dirty="0" smtClean="0"/>
              <a:t> sum of </a:t>
            </a:r>
            <a:r>
              <a:rPr lang="hu-HU" dirty="0" err="1" smtClean="0"/>
              <a:t>all</a:t>
            </a:r>
            <a:r>
              <a:rPr lang="hu-HU" dirty="0" smtClean="0"/>
              <a:t> </a:t>
            </a:r>
            <a:r>
              <a:rPr lang="hu-HU" dirty="0" err="1" smtClean="0"/>
              <a:t>tokens</a:t>
            </a:r>
            <a:r>
              <a:rPr lang="hu-HU" dirty="0" smtClean="0"/>
              <a:t> </a:t>
            </a:r>
            <a:r>
              <a:rPr lang="hu-HU" dirty="0" err="1" smtClean="0"/>
              <a:t>in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sequence</a:t>
            </a:r>
            <a:r>
              <a:rPr lang="hu-HU" dirty="0" smtClean="0"/>
              <a:t>.</a:t>
            </a:r>
          </a:p>
          <a:p>
            <a:pPr lvl="1"/>
            <a:r>
              <a:rPr lang="hu-HU" dirty="0" err="1" smtClean="0"/>
              <a:t>Thus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transformer</a:t>
            </a:r>
            <a:r>
              <a:rPr lang="hu-HU" dirty="0" smtClean="0"/>
              <a:t> </a:t>
            </a:r>
            <a:r>
              <a:rPr lang="hu-HU" dirty="0" err="1" smtClean="0"/>
              <a:t>calculates</a:t>
            </a:r>
            <a:r>
              <a:rPr lang="hu-HU" dirty="0" smtClean="0"/>
              <a:t> a </a:t>
            </a:r>
            <a:r>
              <a:rPr lang="hu-HU" dirty="0" err="1" smtClean="0"/>
              <a:t>k-dimensional</a:t>
            </a:r>
            <a:r>
              <a:rPr lang="hu-HU" dirty="0" smtClean="0"/>
              <a:t> </a:t>
            </a:r>
            <a:r>
              <a:rPr lang="hu-HU" dirty="0" err="1" smtClean="0"/>
              <a:t>vector</a:t>
            </a:r>
            <a:r>
              <a:rPr lang="hu-HU" dirty="0"/>
              <a:t> </a:t>
            </a:r>
            <a:r>
              <a:rPr lang="hu-HU" dirty="0" err="1" smtClean="0"/>
              <a:t>representation</a:t>
            </a:r>
            <a:r>
              <a:rPr lang="hu-HU" dirty="0" smtClean="0"/>
              <a:t> </a:t>
            </a:r>
            <a:r>
              <a:rPr lang="hu-HU" dirty="0" err="1" smtClean="0"/>
              <a:t>for</a:t>
            </a:r>
            <a:r>
              <a:rPr lang="hu-HU" dirty="0" smtClean="0"/>
              <a:t> [</a:t>
            </a:r>
            <a:r>
              <a:rPr lang="hu-HU" dirty="0" err="1" smtClean="0"/>
              <a:t>CLS</a:t>
            </a:r>
            <a:r>
              <a:rPr lang="hu-HU" dirty="0" smtClean="0"/>
              <a:t>]</a:t>
            </a:r>
          </a:p>
          <a:p>
            <a:pPr lvl="1"/>
            <a:r>
              <a:rPr lang="hu-HU" dirty="0" err="1" smtClean="0"/>
              <a:t>This</a:t>
            </a:r>
            <a:r>
              <a:rPr lang="hu-HU" dirty="0" smtClean="0"/>
              <a:t> </a:t>
            </a:r>
            <a:r>
              <a:rPr lang="hu-HU" dirty="0" err="1" smtClean="0"/>
              <a:t>vector</a:t>
            </a:r>
            <a:r>
              <a:rPr lang="hu-HU" dirty="0" smtClean="0"/>
              <a:t> is </a:t>
            </a:r>
            <a:r>
              <a:rPr lang="hu-HU" dirty="0" err="1" smtClean="0"/>
              <a:t>then</a:t>
            </a:r>
            <a:r>
              <a:rPr lang="hu-HU" dirty="0" smtClean="0"/>
              <a:t> </a:t>
            </a:r>
            <a:r>
              <a:rPr lang="hu-HU" dirty="0" err="1" smtClean="0"/>
              <a:t>used</a:t>
            </a:r>
            <a:r>
              <a:rPr lang="hu-HU" dirty="0" smtClean="0"/>
              <a:t> </a:t>
            </a:r>
            <a:r>
              <a:rPr lang="hu-HU" dirty="0" err="1" smtClean="0"/>
              <a:t>as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input of a </a:t>
            </a:r>
            <a:r>
              <a:rPr lang="hu-HU" dirty="0" err="1" smtClean="0"/>
              <a:t>neural</a:t>
            </a:r>
            <a:r>
              <a:rPr lang="hu-HU" dirty="0" smtClean="0"/>
              <a:t> </a:t>
            </a:r>
            <a:r>
              <a:rPr lang="hu-HU" dirty="0" err="1" smtClean="0"/>
              <a:t>network</a:t>
            </a:r>
            <a:r>
              <a:rPr lang="hu-HU" dirty="0" smtClean="0"/>
              <a:t> </a:t>
            </a:r>
            <a:r>
              <a:rPr lang="hu-HU" dirty="0" err="1" smtClean="0"/>
              <a:t>layer</a:t>
            </a:r>
            <a:r>
              <a:rPr lang="hu-HU" dirty="0" smtClean="0"/>
              <a:t> </a:t>
            </a:r>
            <a:r>
              <a:rPr lang="hu-HU" dirty="0" err="1" smtClean="0"/>
              <a:t>trained</a:t>
            </a:r>
            <a:r>
              <a:rPr lang="hu-HU" dirty="0" smtClean="0"/>
              <a:t> </a:t>
            </a:r>
            <a:r>
              <a:rPr lang="hu-HU" dirty="0" err="1" smtClean="0"/>
              <a:t>for</a:t>
            </a:r>
            <a:r>
              <a:rPr lang="hu-HU" dirty="0" smtClean="0"/>
              <a:t> </a:t>
            </a:r>
            <a:r>
              <a:rPr lang="hu-HU" dirty="0" err="1" smtClean="0"/>
              <a:t>the</a:t>
            </a:r>
            <a:r>
              <a:rPr lang="hu-HU" dirty="0" smtClean="0"/>
              <a:t> </a:t>
            </a:r>
            <a:r>
              <a:rPr lang="hu-HU" dirty="0" err="1" smtClean="0"/>
              <a:t>actual</a:t>
            </a:r>
            <a:r>
              <a:rPr lang="hu-HU" dirty="0" smtClean="0"/>
              <a:t> </a:t>
            </a:r>
            <a:r>
              <a:rPr lang="hu-HU" dirty="0" err="1" smtClean="0"/>
              <a:t>classification</a:t>
            </a:r>
            <a:r>
              <a:rPr lang="hu-HU" dirty="0" smtClean="0"/>
              <a:t> </a:t>
            </a:r>
            <a:r>
              <a:rPr lang="hu-HU" dirty="0" err="1" smtClean="0"/>
              <a:t>task</a:t>
            </a:r>
            <a:r>
              <a:rPr lang="hu-HU" dirty="0" smtClean="0"/>
              <a:t>, </a:t>
            </a:r>
            <a:r>
              <a:rPr lang="hu-HU" dirty="0" err="1" smtClean="0"/>
              <a:t>e.g</a:t>
            </a:r>
            <a:r>
              <a:rPr lang="hu-HU" dirty="0" smtClean="0"/>
              <a:t>. spam </a:t>
            </a:r>
            <a:r>
              <a:rPr lang="hu-HU" dirty="0" err="1" smtClean="0"/>
              <a:t>filtering</a:t>
            </a:r>
            <a:r>
              <a:rPr lang="hu-HU" dirty="0" smtClean="0"/>
              <a:t>, </a:t>
            </a:r>
            <a:r>
              <a:rPr lang="hu-HU" dirty="0" err="1" smtClean="0"/>
              <a:t>sentiment</a:t>
            </a:r>
            <a:r>
              <a:rPr lang="hu-HU" dirty="0" smtClean="0"/>
              <a:t> </a:t>
            </a:r>
            <a:r>
              <a:rPr lang="hu-HU" dirty="0" err="1" smtClean="0"/>
              <a:t>analysis</a:t>
            </a:r>
            <a:r>
              <a:rPr lang="hu-HU" dirty="0" smtClean="0"/>
              <a:t>, etc.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894897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3402</TotalTime>
  <Words>2621</Words>
  <Application>Microsoft Office PowerPoint</Application>
  <PresentationFormat>Diavetítés a képernyőre (4:3 oldalarány)</PresentationFormat>
  <Paragraphs>160</Paragraphs>
  <Slides>14</Slides>
  <Notes>0</Notes>
  <HiddenSlides>0</HiddenSlides>
  <MMClips>0</MMClips>
  <ScaleCrop>false</ScaleCrop>
  <HeadingPairs>
    <vt:vector size="4" baseType="variant">
      <vt:variant>
        <vt:lpstr>Téma</vt:lpstr>
      </vt:variant>
      <vt:variant>
        <vt:i4>1</vt:i4>
      </vt:variant>
      <vt:variant>
        <vt:lpstr>Diacímek</vt:lpstr>
      </vt:variant>
      <vt:variant>
        <vt:i4>14</vt:i4>
      </vt:variant>
    </vt:vector>
  </HeadingPairs>
  <TitlesOfParts>
    <vt:vector size="15" baseType="lpstr">
      <vt:lpstr>Office-téma</vt:lpstr>
      <vt:lpstr>Natural Language Processing BERT and Encoder Transformers</vt:lpstr>
      <vt:lpstr>Transformer</vt:lpstr>
      <vt:lpstr>How Do Transformers Work?</vt:lpstr>
      <vt:lpstr>Performance Characteristics</vt:lpstr>
      <vt:lpstr>Performance Characteristics</vt:lpstr>
      <vt:lpstr>Neural Language Models</vt:lpstr>
      <vt:lpstr>BERT</vt:lpstr>
      <vt:lpstr>BERT</vt:lpstr>
      <vt:lpstr>BERT Family</vt:lpstr>
      <vt:lpstr>Hugging Face Transformers</vt:lpstr>
      <vt:lpstr>Learning About HF Transformers</vt:lpstr>
      <vt:lpstr>Masked Language Modelling</vt:lpstr>
      <vt:lpstr>Tokeniser</vt:lpstr>
      <vt:lpstr>Transfer Learning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Natural Language Processing BERT and Encoder Transformers</dc:title>
  <dc:creator>Anonim</dc:creator>
  <cp:lastModifiedBy>Anonim</cp:lastModifiedBy>
  <cp:revision>38</cp:revision>
  <dcterms:created xsi:type="dcterms:W3CDTF">2025-11-30T11:42:17Z</dcterms:created>
  <dcterms:modified xsi:type="dcterms:W3CDTF">2025-12-02T20:24:40Z</dcterms:modified>
</cp:coreProperties>
</file>